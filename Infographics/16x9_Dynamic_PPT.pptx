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9.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127" r:id="rId4"/>
  </p:sldMasterIdLst>
  <p:notesMasterIdLst>
    <p:notesMasterId r:id="rId54"/>
  </p:notesMasterIdLst>
  <p:handoutMasterIdLst>
    <p:handoutMasterId r:id="rId55"/>
  </p:handoutMasterIdLst>
  <p:sldIdLst>
    <p:sldId id="475" r:id="rId5"/>
    <p:sldId id="436" r:id="rId6"/>
    <p:sldId id="476" r:id="rId7"/>
    <p:sldId id="1798" r:id="rId8"/>
    <p:sldId id="1809" r:id="rId9"/>
    <p:sldId id="1799" r:id="rId10"/>
    <p:sldId id="1810" r:id="rId11"/>
    <p:sldId id="1800" r:id="rId12"/>
    <p:sldId id="1813" r:id="rId13"/>
    <p:sldId id="342" r:id="rId14"/>
    <p:sldId id="473" r:id="rId15"/>
    <p:sldId id="448" r:id="rId16"/>
    <p:sldId id="449" r:id="rId17"/>
    <p:sldId id="351" r:id="rId18"/>
    <p:sldId id="347" r:id="rId19"/>
    <p:sldId id="272" r:id="rId20"/>
    <p:sldId id="469" r:id="rId21"/>
    <p:sldId id="470" r:id="rId22"/>
    <p:sldId id="471" r:id="rId23"/>
    <p:sldId id="472" r:id="rId24"/>
    <p:sldId id="1811" r:id="rId25"/>
    <p:sldId id="451" r:id="rId26"/>
    <p:sldId id="453" r:id="rId27"/>
    <p:sldId id="454" r:id="rId28"/>
    <p:sldId id="455" r:id="rId29"/>
    <p:sldId id="457" r:id="rId30"/>
    <p:sldId id="458" r:id="rId31"/>
    <p:sldId id="459" r:id="rId32"/>
    <p:sldId id="460" r:id="rId33"/>
    <p:sldId id="461" r:id="rId34"/>
    <p:sldId id="463" r:id="rId35"/>
    <p:sldId id="464" r:id="rId36"/>
    <p:sldId id="366" r:id="rId37"/>
    <p:sldId id="367" r:id="rId38"/>
    <p:sldId id="465" r:id="rId39"/>
    <p:sldId id="466" r:id="rId40"/>
    <p:sldId id="467" r:id="rId41"/>
    <p:sldId id="468" r:id="rId42"/>
    <p:sldId id="374" r:id="rId43"/>
    <p:sldId id="375" r:id="rId44"/>
    <p:sldId id="376" r:id="rId45"/>
    <p:sldId id="377" r:id="rId46"/>
    <p:sldId id="474" r:id="rId47"/>
    <p:sldId id="378" r:id="rId48"/>
    <p:sldId id="379" r:id="rId49"/>
    <p:sldId id="380" r:id="rId50"/>
    <p:sldId id="384" r:id="rId51"/>
    <p:sldId id="385" r:id="rId52"/>
    <p:sldId id="386" r:id="rId53"/>
  </p:sldIdLst>
  <p:sldSz cx="12192000" cy="6858000"/>
  <p:notesSz cx="7315200" cy="96012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 Logo" id="{F4E6AF1E-1ADF-455B-B34A-6C5D4D53AD8E}">
          <p14:sldIdLst>
            <p14:sldId id="475"/>
            <p14:sldId id="436"/>
            <p14:sldId id="476"/>
          </p14:sldIdLst>
        </p14:section>
        <p14:section name="Brand basics" id="{9D4E4429-9D10-4756-B376-388E6F380D25}">
          <p14:sldIdLst>
            <p14:sldId id="1798"/>
            <p14:sldId id="1809"/>
            <p14:sldId id="1799"/>
            <p14:sldId id="1810"/>
            <p14:sldId id="1800"/>
            <p14:sldId id="1813"/>
          </p14:sldIdLst>
        </p14:section>
        <p14:section name="Content slides" id="{7CEAD34E-9024-43CE-94DB-1255701609EE}">
          <p14:sldIdLst>
            <p14:sldId id="342"/>
            <p14:sldId id="473"/>
            <p14:sldId id="448"/>
            <p14:sldId id="449"/>
            <p14:sldId id="351"/>
            <p14:sldId id="347"/>
            <p14:sldId id="272"/>
            <p14:sldId id="469"/>
            <p14:sldId id="470"/>
            <p14:sldId id="471"/>
            <p14:sldId id="472"/>
            <p14:sldId id="1811"/>
            <p14:sldId id="451"/>
            <p14:sldId id="453"/>
            <p14:sldId id="454"/>
            <p14:sldId id="455"/>
            <p14:sldId id="457"/>
            <p14:sldId id="458"/>
            <p14:sldId id="459"/>
            <p14:sldId id="460"/>
            <p14:sldId id="461"/>
            <p14:sldId id="463"/>
            <p14:sldId id="464"/>
            <p14:sldId id="366"/>
            <p14:sldId id="367"/>
            <p14:sldId id="465"/>
            <p14:sldId id="466"/>
            <p14:sldId id="467"/>
            <p14:sldId id="468"/>
            <p14:sldId id="374"/>
            <p14:sldId id="375"/>
            <p14:sldId id="376"/>
            <p14:sldId id="377"/>
            <p14:sldId id="474"/>
            <p14:sldId id="378"/>
            <p14:sldId id="379"/>
            <p14:sldId id="380"/>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890D"/>
    <a:srgbClr val="000000"/>
    <a:srgbClr val="FFCD00"/>
    <a:srgbClr val="ED8B00"/>
    <a:srgbClr val="DB291C"/>
    <a:srgbClr val="FF9900"/>
    <a:srgbClr val="C00000"/>
    <a:srgbClr val="3C8A2E"/>
    <a:srgbClr val="DCDCDC"/>
    <a:srgbClr val="B4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00" autoAdjust="0"/>
    <p:restoredTop sz="92628" autoAdjust="0"/>
  </p:normalViewPr>
  <p:slideViewPr>
    <p:cSldViewPr snapToGrid="0" showGuides="1">
      <p:cViewPr varScale="1">
        <p:scale>
          <a:sx n="57" d="100"/>
          <a:sy n="57" d="100"/>
        </p:scale>
        <p:origin x="808" y="52"/>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225409530821099"/>
          <c:y val="8.8486789431545199E-2"/>
          <c:w val="0.69228539696269398"/>
          <c:h val="0.69145407664714498"/>
        </c:manualLayout>
      </c:layout>
      <c:doughnutChart>
        <c:varyColors val="1"/>
        <c:ser>
          <c:idx val="0"/>
          <c:order val="0"/>
          <c:tx>
            <c:strRef>
              <c:f>Sheet1!$B$1</c:f>
              <c:strCache>
                <c:ptCount val="1"/>
                <c:pt idx="0">
                  <c:v>Q1</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459C-42EE-ABC4-03591524BC46}"/>
              </c:ext>
            </c:extLst>
          </c:dPt>
          <c:dPt>
            <c:idx val="1"/>
            <c:bubble3D val="0"/>
            <c:spPr>
              <a:solidFill>
                <a:schemeClr val="accent2"/>
              </a:solidFill>
              <a:ln w="19050">
                <a:noFill/>
              </a:ln>
              <a:effectLst/>
            </c:spPr>
            <c:extLst>
              <c:ext xmlns:c16="http://schemas.microsoft.com/office/drawing/2014/chart" uri="{C3380CC4-5D6E-409C-BE32-E72D297353CC}">
                <c16:uniqueId val="{00000003-459C-42EE-ABC4-03591524BC46}"/>
              </c:ext>
            </c:extLst>
          </c:dPt>
          <c:dPt>
            <c:idx val="2"/>
            <c:bubble3D val="0"/>
            <c:spPr>
              <a:solidFill>
                <a:schemeClr val="accent3"/>
              </a:solidFill>
              <a:ln w="19050">
                <a:noFill/>
              </a:ln>
              <a:effectLst/>
            </c:spPr>
            <c:extLst>
              <c:ext xmlns:c16="http://schemas.microsoft.com/office/drawing/2014/chart" uri="{C3380CC4-5D6E-409C-BE32-E72D297353CC}">
                <c16:uniqueId val="{00000005-459C-42EE-ABC4-03591524BC46}"/>
              </c:ext>
            </c:extLst>
          </c:dPt>
          <c:dPt>
            <c:idx val="3"/>
            <c:bubble3D val="0"/>
            <c:spPr>
              <a:solidFill>
                <a:schemeClr val="accent4"/>
              </a:solidFill>
              <a:ln w="19050">
                <a:noFill/>
              </a:ln>
              <a:effectLst/>
            </c:spPr>
            <c:extLst>
              <c:ext xmlns:c16="http://schemas.microsoft.com/office/drawing/2014/chart" uri="{C3380CC4-5D6E-409C-BE32-E72D297353CC}">
                <c16:uniqueId val="{00000007-459C-42EE-ABC4-03591524BC46}"/>
              </c:ext>
            </c:extLst>
          </c:dPt>
          <c:dPt>
            <c:idx val="4"/>
            <c:bubble3D val="0"/>
            <c:spPr>
              <a:solidFill>
                <a:schemeClr val="accent5"/>
              </a:solidFill>
              <a:ln w="19050">
                <a:noFill/>
              </a:ln>
              <a:effectLst/>
            </c:spPr>
            <c:extLst>
              <c:ext xmlns:c16="http://schemas.microsoft.com/office/drawing/2014/chart" uri="{C3380CC4-5D6E-409C-BE32-E72D297353CC}">
                <c16:uniqueId val="{00000009-459C-42EE-ABC4-03591524BC46}"/>
              </c:ext>
            </c:extLst>
          </c:dPt>
          <c:dPt>
            <c:idx val="5"/>
            <c:bubble3D val="0"/>
            <c:spPr>
              <a:solidFill>
                <a:schemeClr val="accent6"/>
              </a:solidFill>
              <a:ln w="19050">
                <a:noFill/>
              </a:ln>
              <a:effectLst/>
            </c:spPr>
            <c:extLst>
              <c:ext xmlns:c16="http://schemas.microsoft.com/office/drawing/2014/chart" uri="{C3380CC4-5D6E-409C-BE32-E72D297353CC}">
                <c16:uniqueId val="{0000000B-459C-42EE-ABC4-03591524BC46}"/>
              </c:ext>
            </c:extLst>
          </c:dPt>
          <c:dPt>
            <c:idx val="6"/>
            <c:bubble3D val="0"/>
            <c:spPr>
              <a:solidFill>
                <a:schemeClr val="bg1">
                  <a:lumMod val="50000"/>
                </a:schemeClr>
              </a:solidFill>
              <a:ln w="19050">
                <a:noFill/>
              </a:ln>
              <a:effectLst/>
            </c:spPr>
            <c:extLst>
              <c:ext xmlns:c16="http://schemas.microsoft.com/office/drawing/2014/chart" uri="{C3380CC4-5D6E-409C-BE32-E72D297353CC}">
                <c16:uniqueId val="{0000000D-459C-42EE-ABC4-03591524BC46}"/>
              </c:ext>
            </c:extLst>
          </c:dPt>
          <c:dPt>
            <c:idx val="7"/>
            <c:bubble3D val="0"/>
            <c:spPr>
              <a:solidFill>
                <a:schemeClr val="bg1">
                  <a:lumMod val="65000"/>
                </a:schemeClr>
              </a:solidFill>
              <a:ln w="19050">
                <a:noFill/>
              </a:ln>
              <a:effectLst/>
            </c:spPr>
            <c:extLst>
              <c:ext xmlns:c16="http://schemas.microsoft.com/office/drawing/2014/chart" uri="{C3380CC4-5D6E-409C-BE32-E72D297353CC}">
                <c16:uniqueId val="{0000000F-459C-42EE-ABC4-03591524BC46}"/>
              </c:ext>
            </c:extLst>
          </c:dPt>
          <c:dPt>
            <c:idx val="8"/>
            <c:bubble3D val="0"/>
            <c:spPr>
              <a:solidFill>
                <a:schemeClr val="bg1">
                  <a:lumMod val="75000"/>
                </a:schemeClr>
              </a:solidFill>
              <a:ln w="19050">
                <a:noFill/>
              </a:ln>
              <a:effectLst/>
            </c:spPr>
            <c:extLst>
              <c:ext xmlns:c16="http://schemas.microsoft.com/office/drawing/2014/chart" uri="{C3380CC4-5D6E-409C-BE32-E72D297353CC}">
                <c16:uniqueId val="{00000011-459C-42EE-ABC4-03591524BC46}"/>
              </c:ext>
            </c:extLst>
          </c:dPt>
          <c:dLbls>
            <c:dLbl>
              <c:idx val="0"/>
              <c:layout>
                <c:manualLayout>
                  <c:x val="6.4128248417685801E-2"/>
                  <c:y val="-0.11529223378703"/>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459C-42EE-ABC4-03591524BC46}"/>
                </c:ext>
              </c:extLst>
            </c:dLbl>
            <c:dLbl>
              <c:idx val="1"/>
              <c:layout>
                <c:manualLayout>
                  <c:x val="0.12505008441448801"/>
                  <c:y val="-8.9671737389911896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459C-42EE-ABC4-03591524BC46}"/>
                </c:ext>
              </c:extLst>
            </c:dLbl>
            <c:dLbl>
              <c:idx val="2"/>
              <c:layout>
                <c:manualLayout>
                  <c:x val="0.13466932167713999"/>
                  <c:y val="4.4835868694955899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459C-42EE-ABC4-03591524BC46}"/>
                </c:ext>
              </c:extLst>
            </c:dLbl>
            <c:dLbl>
              <c:idx val="3"/>
              <c:layout>
                <c:manualLayout>
                  <c:x val="0.11543084715183501"/>
                  <c:y val="0.105684547638111"/>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59C-42EE-ABC4-03591524BC46}"/>
                </c:ext>
              </c:extLst>
            </c:dLbl>
            <c:dLbl>
              <c:idx val="4"/>
              <c:layout>
                <c:manualLayout>
                  <c:x val="-5.8783548643642105E-17"/>
                  <c:y val="0.131305044035228"/>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459C-42EE-ABC4-03591524BC46}"/>
                </c:ext>
              </c:extLst>
            </c:dLbl>
            <c:dLbl>
              <c:idx val="5"/>
              <c:layout>
                <c:manualLayout>
                  <c:x val="-0.12505008441448801"/>
                  <c:y val="9.6076861489191395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459C-42EE-ABC4-03591524BC46}"/>
                </c:ext>
              </c:extLst>
            </c:dLbl>
            <c:dLbl>
              <c:idx val="6"/>
              <c:layout>
                <c:manualLayout>
                  <c:x val="-0.157114208623331"/>
                  <c:y val="4.1633306645316302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459C-42EE-ABC4-03591524BC46}"/>
                </c:ext>
              </c:extLst>
            </c:dLbl>
            <c:dLbl>
              <c:idx val="7"/>
              <c:layout>
                <c:manualLayout>
                  <c:x val="-0.157114208623331"/>
                  <c:y val="-5.44435548438751E-2"/>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459C-42EE-ABC4-03591524BC46}"/>
                </c:ext>
              </c:extLst>
            </c:dLbl>
            <c:dLbl>
              <c:idx val="8"/>
              <c:layout>
                <c:manualLayout>
                  <c:x val="-7.3747485680338898E-2"/>
                  <c:y val="-0.11208967173739"/>
                </c:manualLayout>
              </c:layou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459C-42EE-ABC4-03591524BC46}"/>
                </c:ext>
              </c:extLst>
            </c:dLbl>
            <c:spPr>
              <a:noFill/>
              <a:ln>
                <a:noFill/>
              </a:ln>
              <a:effectLst/>
            </c:spPr>
            <c:txPr>
              <a:bodyPr rot="0" vert="horz"/>
              <a:lstStyle/>
              <a:p>
                <a:pPr>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Sheet1!$A$2:$A$10</c:f>
              <c:strCache>
                <c:ptCount val="9"/>
                <c:pt idx="0">
                  <c:v>Label A</c:v>
                </c:pt>
                <c:pt idx="1">
                  <c:v>Label B</c:v>
                </c:pt>
                <c:pt idx="2">
                  <c:v>Label C</c:v>
                </c:pt>
                <c:pt idx="3">
                  <c:v>Label D</c:v>
                </c:pt>
                <c:pt idx="4">
                  <c:v>Label E</c:v>
                </c:pt>
                <c:pt idx="5">
                  <c:v>Label F</c:v>
                </c:pt>
                <c:pt idx="6">
                  <c:v>Label G</c:v>
                </c:pt>
                <c:pt idx="7">
                  <c:v>Label H</c:v>
                </c:pt>
                <c:pt idx="8">
                  <c:v>Label I</c:v>
                </c:pt>
              </c:strCache>
            </c:strRef>
          </c:cat>
          <c:val>
            <c:numRef>
              <c:f>Sheet1!$B$2:$B$10</c:f>
              <c:numCache>
                <c:formatCode>General</c:formatCode>
                <c:ptCount val="9"/>
                <c:pt idx="0">
                  <c:v>10</c:v>
                </c:pt>
                <c:pt idx="1">
                  <c:v>10</c:v>
                </c:pt>
                <c:pt idx="2">
                  <c:v>10</c:v>
                </c:pt>
                <c:pt idx="3">
                  <c:v>10</c:v>
                </c:pt>
                <c:pt idx="4">
                  <c:v>10</c:v>
                </c:pt>
                <c:pt idx="5">
                  <c:v>10</c:v>
                </c:pt>
                <c:pt idx="6">
                  <c:v>10</c:v>
                </c:pt>
                <c:pt idx="7">
                  <c:v>10</c:v>
                </c:pt>
                <c:pt idx="8">
                  <c:v>10</c:v>
                </c:pt>
              </c:numCache>
            </c:numRef>
          </c:val>
          <c:extLst>
            <c:ext xmlns:c16="http://schemas.microsoft.com/office/drawing/2014/chart" uri="{C3380CC4-5D6E-409C-BE32-E72D297353CC}">
              <c16:uniqueId val="{00000012-459C-42EE-ABC4-03591524BC46}"/>
            </c:ext>
          </c:extLst>
        </c:ser>
        <c:dLbls>
          <c:showLegendKey val="0"/>
          <c:showVal val="0"/>
          <c:showCatName val="0"/>
          <c:showSerName val="0"/>
          <c:showPercent val="0"/>
          <c:showBubbleSize val="0"/>
          <c:showLeaderLines val="0"/>
        </c:dLbls>
        <c:firstSliceAng val="0"/>
        <c:holeSize val="61"/>
      </c:doughnutChart>
      <c:spPr>
        <a:noFill/>
        <a:ln>
          <a:noFill/>
        </a:ln>
        <a:effectLst/>
      </c:spPr>
    </c:plotArea>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611111111111098E-2"/>
          <c:y val="5.6865757633954302E-2"/>
          <c:w val="0.90277777777777801"/>
          <c:h val="0.66056910569105698"/>
        </c:manualLayout>
      </c:layout>
      <c:doughnutChart>
        <c:varyColors val="1"/>
        <c:dLbls>
          <c:showLegendKey val="0"/>
          <c:showVal val="0"/>
          <c:showCatName val="0"/>
          <c:showSerName val="0"/>
          <c:showPercent val="0"/>
          <c:showBubbleSize val="0"/>
          <c:showLeaderLines val="0"/>
        </c:dLbls>
        <c:firstSliceAng val="0"/>
        <c:holeSize val="65"/>
      </c:doughnutChart>
    </c:plotArea>
    <c:legend>
      <c:legendPos val="b"/>
      <c:layout>
        <c:manualLayout>
          <c:xMode val="edge"/>
          <c:yMode val="edge"/>
          <c:x val="0.100157031238525"/>
          <c:y val="0.80626178466557097"/>
          <c:w val="0.79062787850604999"/>
          <c:h val="0.120220377138643"/>
        </c:manualLayout>
      </c:layout>
      <c:overlay val="0"/>
      <c:txPr>
        <a:bodyPr/>
        <a:lstStyle/>
        <a:p>
          <a:pPr>
            <a:defRPr sz="900">
              <a:solidFill>
                <a:schemeClr val="accent6"/>
              </a:solidFil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491723187439802E-3"/>
          <c:y val="0"/>
          <c:w val="0.975812078514109"/>
          <c:h val="0.63658134833150704"/>
        </c:manualLayout>
      </c:layout>
      <c:doughnutChart>
        <c:varyColors val="1"/>
        <c:ser>
          <c:idx val="0"/>
          <c:order val="0"/>
          <c:tx>
            <c:strRef>
              <c:f>Sheet1!$B$1</c:f>
              <c:strCache>
                <c:ptCount val="1"/>
                <c:pt idx="0">
                  <c:v>Title</c:v>
                </c:pt>
              </c:strCache>
            </c:strRef>
          </c:tx>
          <c:spPr>
            <a:ln>
              <a:noFill/>
            </a:ln>
          </c:spPr>
          <c:dPt>
            <c:idx val="0"/>
            <c:bubble3D val="0"/>
            <c:spPr>
              <a:solidFill>
                <a:schemeClr val="bg1">
                  <a:lumMod val="85000"/>
                </a:schemeClr>
              </a:solidFill>
              <a:ln w="19050">
                <a:noFill/>
              </a:ln>
              <a:effectLst/>
            </c:spPr>
            <c:extLst>
              <c:ext xmlns:c16="http://schemas.microsoft.com/office/drawing/2014/chart" uri="{C3380CC4-5D6E-409C-BE32-E72D297353CC}">
                <c16:uniqueId val="{00000001-C534-4019-BFFA-3DDBC97D9E74}"/>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C534-4019-BFFA-3DDBC97D9E74}"/>
              </c:ext>
            </c:extLst>
          </c:dPt>
          <c:dPt>
            <c:idx val="2"/>
            <c:bubble3D val="0"/>
            <c:spPr>
              <a:solidFill>
                <a:schemeClr val="bg1">
                  <a:lumMod val="65000"/>
                </a:schemeClr>
              </a:solidFill>
              <a:ln w="19050">
                <a:noFill/>
              </a:ln>
              <a:effectLst/>
            </c:spPr>
            <c:extLst>
              <c:ext xmlns:c16="http://schemas.microsoft.com/office/drawing/2014/chart" uri="{C3380CC4-5D6E-409C-BE32-E72D297353CC}">
                <c16:uniqueId val="{00000005-C534-4019-BFFA-3DDBC97D9E74}"/>
              </c:ext>
            </c:extLst>
          </c:dPt>
          <c:dPt>
            <c:idx val="3"/>
            <c:bubble3D val="0"/>
            <c:spPr>
              <a:solidFill>
                <a:schemeClr val="bg1">
                  <a:lumMod val="50000"/>
                </a:schemeClr>
              </a:solidFill>
              <a:ln w="19050">
                <a:noFill/>
              </a:ln>
              <a:effectLst/>
            </c:spPr>
            <c:extLst>
              <c:ext xmlns:c16="http://schemas.microsoft.com/office/drawing/2014/chart" uri="{C3380CC4-5D6E-409C-BE32-E72D297353CC}">
                <c16:uniqueId val="{00000007-C534-4019-BFFA-3DDBC97D9E74}"/>
              </c:ext>
            </c:extLst>
          </c:dPt>
          <c:dPt>
            <c:idx val="4"/>
            <c:bubble3D val="0"/>
            <c:spPr>
              <a:solidFill>
                <a:srgbClr val="26890D"/>
              </a:solidFill>
              <a:ln w="19050">
                <a:noFill/>
              </a:ln>
              <a:effectLst/>
            </c:spPr>
            <c:extLst>
              <c:ext xmlns:c16="http://schemas.microsoft.com/office/drawing/2014/chart" uri="{C3380CC4-5D6E-409C-BE32-E72D297353CC}">
                <c16:uniqueId val="{00000009-C534-4019-BFFA-3DDBC97D9E74}"/>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B-C534-4019-BFFA-3DDBC97D9E74}"/>
              </c:ext>
            </c:extLst>
          </c:dPt>
          <c:dPt>
            <c:idx val="6"/>
            <c:bubble3D val="0"/>
            <c:spPr>
              <a:solidFill>
                <a:schemeClr val="accent1">
                  <a:lumMod val="60000"/>
                </a:schemeClr>
              </a:solidFill>
              <a:ln w="19050">
                <a:noFill/>
              </a:ln>
              <a:effectLst/>
            </c:spPr>
            <c:extLst>
              <c:ext xmlns:c16="http://schemas.microsoft.com/office/drawing/2014/chart" uri="{C3380CC4-5D6E-409C-BE32-E72D297353CC}">
                <c16:uniqueId val="{0000000D-C534-4019-BFFA-3DDBC97D9E74}"/>
              </c:ext>
            </c:extLst>
          </c:dPt>
          <c:dLbls>
            <c:dLbl>
              <c:idx val="0"/>
              <c:spPr>
                <a:noFill/>
                <a:ln>
                  <a:noFill/>
                </a:ln>
                <a:effectLst/>
              </c:spPr>
              <c:txPr>
                <a:bodyPr rot="0" vert="horz"/>
                <a:lstStyle/>
                <a:p>
                  <a:pPr>
                    <a:defRPr/>
                  </a:pPr>
                  <a:endParaRPr lang="en-US"/>
                </a:p>
              </c:txPr>
              <c:showLegendKey val="0"/>
              <c:showVal val="1"/>
              <c:showCatName val="0"/>
              <c:showSerName val="0"/>
              <c:showPercent val="0"/>
              <c:showBubbleSize val="0"/>
              <c:extLst>
                <c:ext xmlns:c16="http://schemas.microsoft.com/office/drawing/2014/chart" uri="{C3380CC4-5D6E-409C-BE32-E72D297353CC}">
                  <c16:uniqueId val="{00000001-C534-4019-BFFA-3DDBC97D9E74}"/>
                </c:ext>
              </c:extLst>
            </c:dLbl>
            <c:dLbl>
              <c:idx val="1"/>
              <c:spPr>
                <a:noFill/>
                <a:ln>
                  <a:noFill/>
                </a:ln>
                <a:effectLst/>
              </c:spPr>
              <c:txPr>
                <a:bodyPr rot="0" vert="horz"/>
                <a:lstStyle/>
                <a:p>
                  <a:pPr>
                    <a:defRPr/>
                  </a:pPr>
                  <a:endParaRPr lang="en-US"/>
                </a:p>
              </c:txPr>
              <c:showLegendKey val="0"/>
              <c:showVal val="1"/>
              <c:showCatName val="0"/>
              <c:showSerName val="0"/>
              <c:showPercent val="0"/>
              <c:showBubbleSize val="0"/>
              <c:extLst>
                <c:ext xmlns:c16="http://schemas.microsoft.com/office/drawing/2014/chart" uri="{C3380CC4-5D6E-409C-BE32-E72D297353CC}">
                  <c16:uniqueId val="{00000003-C534-4019-BFFA-3DDBC97D9E74}"/>
                </c:ext>
              </c:extLst>
            </c:dLbl>
            <c:dLbl>
              <c:idx val="2"/>
              <c:spPr>
                <a:noFill/>
                <a:ln>
                  <a:noFill/>
                </a:ln>
                <a:effectLst/>
              </c:spPr>
              <c:txPr>
                <a:bodyPr rot="0" vert="horz"/>
                <a:lstStyle/>
                <a:p>
                  <a:pPr>
                    <a:defRPr>
                      <a:solidFill>
                        <a:schemeClr val="bg1"/>
                      </a:solidFill>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 xmlns:c16="http://schemas.microsoft.com/office/drawing/2014/chart" uri="{C3380CC4-5D6E-409C-BE32-E72D297353CC}">
                  <c16:uniqueId val="{00000005-C534-4019-BFFA-3DDBC97D9E74}"/>
                </c:ext>
              </c:extLst>
            </c:dLbl>
            <c:dLbl>
              <c:idx val="3"/>
              <c:spPr>
                <a:noFill/>
                <a:ln>
                  <a:noFill/>
                </a:ln>
                <a:effectLst/>
              </c:spPr>
              <c:txPr>
                <a:bodyPr rot="0" vert="horz"/>
                <a:lstStyle/>
                <a:p>
                  <a:pPr>
                    <a:defRPr>
                      <a:solidFill>
                        <a:schemeClr val="bg1"/>
                      </a:solidFill>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 xmlns:c16="http://schemas.microsoft.com/office/drawing/2014/chart" uri="{C3380CC4-5D6E-409C-BE32-E72D297353CC}">
                  <c16:uniqueId val="{00000007-C534-4019-BFFA-3DDBC97D9E74}"/>
                </c:ext>
              </c:extLst>
            </c:dLbl>
            <c:dLbl>
              <c:idx val="4"/>
              <c:spPr>
                <a:noFill/>
                <a:ln>
                  <a:noFill/>
                </a:ln>
                <a:effectLst/>
              </c:spPr>
              <c:txPr>
                <a:bodyPr rot="0" vert="horz"/>
                <a:lstStyle/>
                <a:p>
                  <a:pPr>
                    <a:defRPr>
                      <a:solidFill>
                        <a:schemeClr val="bg1"/>
                      </a:solidFill>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c15:spPr>
                </c:ext>
                <c:ext xmlns:c16="http://schemas.microsoft.com/office/drawing/2014/chart" uri="{C3380CC4-5D6E-409C-BE32-E72D297353CC}">
                  <c16:uniqueId val="{00000009-C534-4019-BFFA-3DDBC97D9E74}"/>
                </c:ext>
              </c:extLst>
            </c:dLbl>
            <c:dLbl>
              <c:idx val="5"/>
              <c:spPr>
                <a:noFill/>
                <a:ln>
                  <a:noFill/>
                </a:ln>
                <a:effectLst/>
              </c:spPr>
              <c:txPr>
                <a:bodyPr rot="0" vert="horz"/>
                <a:lstStyle/>
                <a:p>
                  <a:pPr>
                    <a:defRPr/>
                  </a:pPr>
                  <a:endParaRPr lang="en-US"/>
                </a:p>
              </c:txPr>
              <c:showLegendKey val="0"/>
              <c:showVal val="1"/>
              <c:showCatName val="0"/>
              <c:showSerName val="0"/>
              <c:showPercent val="0"/>
              <c:showBubbleSize val="0"/>
              <c:extLst>
                <c:ext xmlns:c16="http://schemas.microsoft.com/office/drawing/2014/chart" uri="{C3380CC4-5D6E-409C-BE32-E72D297353CC}">
                  <c16:uniqueId val="{0000000B-C534-4019-BFFA-3DDBC97D9E74}"/>
                </c:ext>
              </c:extLst>
            </c:dLbl>
            <c:dLbl>
              <c:idx val="6"/>
              <c:tx>
                <c:rich>
                  <a:bodyPr/>
                  <a:lstStyle/>
                  <a:p>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C534-4019-BFFA-3DDBC97D9E74}"/>
                </c:ext>
              </c:extLst>
            </c:dLbl>
            <c:spPr>
              <a:noFill/>
              <a:ln>
                <a:noFill/>
              </a:ln>
              <a:effectLst/>
            </c:spPr>
            <c:txPr>
              <a:bodyPr rot="0" vert="horz"/>
              <a:lstStyle/>
              <a:p>
                <a:pPr>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Sheet1!$A$2:$A$8</c:f>
              <c:strCache>
                <c:ptCount val="6"/>
                <c:pt idx="0">
                  <c:v>Label 1</c:v>
                </c:pt>
                <c:pt idx="1">
                  <c:v>Label 2</c:v>
                </c:pt>
                <c:pt idx="2">
                  <c:v>Label 3</c:v>
                </c:pt>
                <c:pt idx="3">
                  <c:v>Label 4</c:v>
                </c:pt>
                <c:pt idx="4">
                  <c:v>Label 5</c:v>
                </c:pt>
                <c:pt idx="5">
                  <c:v>Label 6</c:v>
                </c:pt>
              </c:strCache>
            </c:strRef>
          </c:cat>
          <c:val>
            <c:numRef>
              <c:f>Sheet1!$B$2:$B$8</c:f>
              <c:numCache>
                <c:formatCode>General</c:formatCode>
                <c:ptCount val="7"/>
                <c:pt idx="0">
                  <c:v>15</c:v>
                </c:pt>
                <c:pt idx="1">
                  <c:v>27</c:v>
                </c:pt>
                <c:pt idx="2">
                  <c:v>21</c:v>
                </c:pt>
                <c:pt idx="3">
                  <c:v>5</c:v>
                </c:pt>
                <c:pt idx="4">
                  <c:v>21</c:v>
                </c:pt>
                <c:pt idx="5">
                  <c:v>11</c:v>
                </c:pt>
              </c:numCache>
            </c:numRef>
          </c:val>
          <c:extLst>
            <c:ext xmlns:c16="http://schemas.microsoft.com/office/drawing/2014/chart" uri="{C3380CC4-5D6E-409C-BE32-E72D297353CC}">
              <c16:uniqueId val="{0000000E-C534-4019-BFFA-3DDBC97D9E74}"/>
            </c:ext>
          </c:extLst>
        </c:ser>
        <c:dLbls>
          <c:showLegendKey val="0"/>
          <c:showVal val="0"/>
          <c:showCatName val="0"/>
          <c:showSerName val="0"/>
          <c:showPercent val="0"/>
          <c:showBubbleSize val="0"/>
          <c:showLeaderLines val="0"/>
        </c:dLbls>
        <c:firstSliceAng val="0"/>
        <c:holeSize val="67"/>
      </c:doughnutChart>
      <c:spPr>
        <a:noFill/>
        <a:ln>
          <a:noFill/>
        </a:ln>
        <a:effectLst/>
      </c:spPr>
    </c:plotArea>
    <c:legend>
      <c:legendPos val="b"/>
      <c:legendEntry>
        <c:idx val="6"/>
        <c:delete val="1"/>
      </c:legendEntry>
      <c:layout>
        <c:manualLayout>
          <c:xMode val="edge"/>
          <c:yMode val="edge"/>
          <c:x val="0"/>
          <c:y val="0.68970120468967999"/>
          <c:w val="0.99451393095093898"/>
          <c:h val="0.13131031249476799"/>
        </c:manualLayout>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
          <c:w val="0.98564593301435399"/>
          <c:h val="0.64299656750628298"/>
        </c:manualLayout>
      </c:layout>
      <c:doughnutChart>
        <c:varyColors val="1"/>
        <c:ser>
          <c:idx val="0"/>
          <c:order val="0"/>
          <c:tx>
            <c:strRef>
              <c:f>Sheet1!$B$1</c:f>
              <c:strCache>
                <c:ptCount val="1"/>
                <c:pt idx="0">
                  <c:v>Title</c:v>
                </c:pt>
              </c:strCache>
            </c:strRef>
          </c:tx>
          <c:spPr>
            <a:ln>
              <a:noFill/>
            </a:ln>
          </c:spPr>
          <c:dPt>
            <c:idx val="0"/>
            <c:bubble3D val="0"/>
            <c:spPr>
              <a:solidFill>
                <a:schemeClr val="bg1">
                  <a:lumMod val="85000"/>
                </a:schemeClr>
              </a:solidFill>
              <a:ln w="19050">
                <a:noFill/>
              </a:ln>
              <a:effectLst/>
            </c:spPr>
            <c:extLst>
              <c:ext xmlns:c16="http://schemas.microsoft.com/office/drawing/2014/chart" uri="{C3380CC4-5D6E-409C-BE32-E72D297353CC}">
                <c16:uniqueId val="{00000001-FAF8-4152-8E02-E9D25A6F85B8}"/>
              </c:ext>
            </c:extLst>
          </c:dPt>
          <c:dPt>
            <c:idx val="1"/>
            <c:bubble3D val="0"/>
            <c:spPr>
              <a:solidFill>
                <a:srgbClr val="26890D"/>
              </a:solidFill>
              <a:ln w="19050">
                <a:noFill/>
              </a:ln>
              <a:effectLst/>
            </c:spPr>
            <c:extLst>
              <c:ext xmlns:c16="http://schemas.microsoft.com/office/drawing/2014/chart" uri="{C3380CC4-5D6E-409C-BE32-E72D297353CC}">
                <c16:uniqueId val="{00000003-FAF8-4152-8E02-E9D25A6F85B8}"/>
              </c:ext>
            </c:extLst>
          </c:dPt>
          <c:dPt>
            <c:idx val="2"/>
            <c:bubble3D val="0"/>
            <c:spPr>
              <a:solidFill>
                <a:schemeClr val="bg1">
                  <a:lumMod val="65000"/>
                </a:schemeClr>
              </a:solidFill>
              <a:ln w="19050">
                <a:noFill/>
              </a:ln>
              <a:effectLst/>
            </c:spPr>
            <c:extLst>
              <c:ext xmlns:c16="http://schemas.microsoft.com/office/drawing/2014/chart" uri="{C3380CC4-5D6E-409C-BE32-E72D297353CC}">
                <c16:uniqueId val="{00000005-FAF8-4152-8E02-E9D25A6F85B8}"/>
              </c:ext>
            </c:extLst>
          </c:dPt>
          <c:dPt>
            <c:idx val="3"/>
            <c:bubble3D val="0"/>
            <c:spPr>
              <a:solidFill>
                <a:schemeClr val="bg1">
                  <a:lumMod val="50000"/>
                </a:schemeClr>
              </a:solidFill>
              <a:ln w="19050">
                <a:noFill/>
              </a:ln>
              <a:effectLst/>
            </c:spPr>
            <c:extLst>
              <c:ext xmlns:c16="http://schemas.microsoft.com/office/drawing/2014/chart" uri="{C3380CC4-5D6E-409C-BE32-E72D297353CC}">
                <c16:uniqueId val="{00000007-FAF8-4152-8E02-E9D25A6F85B8}"/>
              </c:ext>
            </c:extLst>
          </c:dPt>
          <c:dPt>
            <c:idx val="4"/>
            <c:bubble3D val="0"/>
            <c:spPr>
              <a:solidFill>
                <a:schemeClr val="accent6">
                  <a:lumMod val="75000"/>
                </a:schemeClr>
              </a:solidFill>
              <a:ln w="19050">
                <a:noFill/>
              </a:ln>
              <a:effectLst/>
            </c:spPr>
            <c:extLst>
              <c:ext xmlns:c16="http://schemas.microsoft.com/office/drawing/2014/chart" uri="{C3380CC4-5D6E-409C-BE32-E72D297353CC}">
                <c16:uniqueId val="{00000009-FAF8-4152-8E02-E9D25A6F85B8}"/>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B-FAF8-4152-8E02-E9D25A6F85B8}"/>
              </c:ext>
            </c:extLst>
          </c:dPt>
          <c:dLbls>
            <c:dLbl>
              <c:idx val="1"/>
              <c:numFmt formatCode="General" sourceLinked="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FAF8-4152-8E02-E9D25A6F85B8}"/>
                </c:ext>
              </c:extLst>
            </c:dLbl>
            <c:dLbl>
              <c:idx val="2"/>
              <c:numFmt formatCode="General" sourceLinked="0"/>
              <c:spPr>
                <a:noFill/>
                <a:ln>
                  <a:noFill/>
                </a:ln>
                <a:effectLst/>
              </c:spPr>
              <c:txPr>
                <a:bodyPr rot="0" spcFirstLastPara="1" vertOverflow="clip" horzOverflow="clip" vert="horz" wrap="square" lIns="38100" tIns="19050" rIns="38100" bIns="19050" anchor="ctr" anchorCtr="0">
                  <a:spAutoFit/>
                </a:bodyPr>
                <a:lstStyle/>
                <a:p>
                  <a:pPr algn="l">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FAF8-4152-8E02-E9D25A6F85B8}"/>
                </c:ext>
              </c:extLst>
            </c:dLbl>
            <c:dLbl>
              <c:idx val="3"/>
              <c:numFmt formatCode="General" sourceLinked="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FAF8-4152-8E02-E9D25A6F85B8}"/>
                </c:ext>
              </c:extLst>
            </c:dLbl>
            <c:dLbl>
              <c:idx val="4"/>
              <c:numFmt formatCode="General" sourceLinked="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9-FAF8-4152-8E02-E9D25A6F85B8}"/>
                </c:ext>
              </c:extLst>
            </c:dLbl>
            <c:numFmt formatCode="General" sourceLinked="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dk1">
                        <a:lumMod val="65000"/>
                        <a:lumOff val="35000"/>
                      </a:schemeClr>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Sheet1!$A$2:$A$7</c:f>
              <c:strCache>
                <c:ptCount val="6"/>
                <c:pt idx="0">
                  <c:v>Label 1</c:v>
                </c:pt>
                <c:pt idx="1">
                  <c:v>Label 2</c:v>
                </c:pt>
                <c:pt idx="2">
                  <c:v>Label 3</c:v>
                </c:pt>
                <c:pt idx="3">
                  <c:v>Label 4</c:v>
                </c:pt>
                <c:pt idx="4">
                  <c:v>Label 5</c:v>
                </c:pt>
                <c:pt idx="5">
                  <c:v>Label 6</c:v>
                </c:pt>
              </c:strCache>
            </c:strRef>
          </c:cat>
          <c:val>
            <c:numRef>
              <c:f>Sheet1!$B$2:$B$7</c:f>
              <c:numCache>
                <c:formatCode>General</c:formatCode>
                <c:ptCount val="6"/>
                <c:pt idx="0">
                  <c:v>15</c:v>
                </c:pt>
                <c:pt idx="1">
                  <c:v>27</c:v>
                </c:pt>
                <c:pt idx="2">
                  <c:v>21</c:v>
                </c:pt>
                <c:pt idx="3">
                  <c:v>5</c:v>
                </c:pt>
                <c:pt idx="4">
                  <c:v>21</c:v>
                </c:pt>
                <c:pt idx="5">
                  <c:v>11</c:v>
                </c:pt>
              </c:numCache>
            </c:numRef>
          </c:val>
          <c:extLst>
            <c:ext xmlns:c16="http://schemas.microsoft.com/office/drawing/2014/chart" uri="{C3380CC4-5D6E-409C-BE32-E72D297353CC}">
              <c16:uniqueId val="{0000000C-FAF8-4152-8E02-E9D25A6F85B8}"/>
            </c:ext>
          </c:extLst>
        </c:ser>
        <c:dLbls>
          <c:showLegendKey val="0"/>
          <c:showVal val="0"/>
          <c:showCatName val="0"/>
          <c:showSerName val="0"/>
          <c:showPercent val="0"/>
          <c:showBubbleSize val="0"/>
          <c:showLeaderLines val="0"/>
        </c:dLbls>
        <c:firstSliceAng val="0"/>
        <c:holeSize val="67"/>
      </c:doughnutChart>
      <c:spPr>
        <a:noFill/>
        <a:ln>
          <a:noFill/>
        </a:ln>
        <a:effectLst/>
      </c:spPr>
    </c:plotArea>
    <c:legend>
      <c:legendPos val="b"/>
      <c:layout>
        <c:manualLayout>
          <c:xMode val="edge"/>
          <c:yMode val="edge"/>
          <c:x val="0"/>
          <c:y val="0.69936693285896001"/>
          <c:w val="0.99535508420299101"/>
          <c:h val="0.113285885855107"/>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3.22190938976021E-3"/>
          <c:w val="0.99043062200956899"/>
          <c:h val="0.64611791006699304"/>
        </c:manualLayout>
      </c:layout>
      <c:doughnutChart>
        <c:varyColors val="1"/>
        <c:ser>
          <c:idx val="0"/>
          <c:order val="0"/>
          <c:tx>
            <c:strRef>
              <c:f>Sheet1!$B$1</c:f>
              <c:strCache>
                <c:ptCount val="1"/>
                <c:pt idx="0">
                  <c:v>Title</c:v>
                </c:pt>
              </c:strCache>
            </c:strRef>
          </c:tx>
          <c:spPr>
            <a:ln>
              <a:noFill/>
            </a:ln>
          </c:spPr>
          <c:dPt>
            <c:idx val="0"/>
            <c:bubble3D val="0"/>
            <c:spPr>
              <a:solidFill>
                <a:srgbClr val="26890D"/>
              </a:solidFill>
              <a:ln w="19050">
                <a:noFill/>
              </a:ln>
              <a:effectLst/>
            </c:spPr>
            <c:extLst>
              <c:ext xmlns:c16="http://schemas.microsoft.com/office/drawing/2014/chart" uri="{C3380CC4-5D6E-409C-BE32-E72D297353CC}">
                <c16:uniqueId val="{00000001-2AB1-4080-8178-464F4C1620C1}"/>
              </c:ext>
            </c:extLst>
          </c:dPt>
          <c:dPt>
            <c:idx val="1"/>
            <c:bubble3D val="0"/>
            <c:spPr>
              <a:solidFill>
                <a:schemeClr val="bg1">
                  <a:lumMod val="75000"/>
                </a:schemeClr>
              </a:solidFill>
              <a:ln w="19050">
                <a:noFill/>
              </a:ln>
              <a:effectLst/>
            </c:spPr>
            <c:extLst>
              <c:ext xmlns:c16="http://schemas.microsoft.com/office/drawing/2014/chart" uri="{C3380CC4-5D6E-409C-BE32-E72D297353CC}">
                <c16:uniqueId val="{00000003-2AB1-4080-8178-464F4C1620C1}"/>
              </c:ext>
            </c:extLst>
          </c:dPt>
          <c:dPt>
            <c:idx val="2"/>
            <c:bubble3D val="0"/>
            <c:spPr>
              <a:solidFill>
                <a:schemeClr val="bg1">
                  <a:lumMod val="65000"/>
                </a:schemeClr>
              </a:solidFill>
              <a:ln w="19050">
                <a:noFill/>
              </a:ln>
              <a:effectLst/>
            </c:spPr>
            <c:extLst>
              <c:ext xmlns:c16="http://schemas.microsoft.com/office/drawing/2014/chart" uri="{C3380CC4-5D6E-409C-BE32-E72D297353CC}">
                <c16:uniqueId val="{00000005-2AB1-4080-8178-464F4C1620C1}"/>
              </c:ext>
            </c:extLst>
          </c:dPt>
          <c:dPt>
            <c:idx val="3"/>
            <c:bubble3D val="0"/>
            <c:spPr>
              <a:solidFill>
                <a:schemeClr val="bg1">
                  <a:lumMod val="50000"/>
                </a:schemeClr>
              </a:solidFill>
              <a:ln w="19050">
                <a:noFill/>
              </a:ln>
              <a:effectLst/>
            </c:spPr>
            <c:extLst>
              <c:ext xmlns:c16="http://schemas.microsoft.com/office/drawing/2014/chart" uri="{C3380CC4-5D6E-409C-BE32-E72D297353CC}">
                <c16:uniqueId val="{00000007-2AB1-4080-8178-464F4C1620C1}"/>
              </c:ext>
            </c:extLst>
          </c:dPt>
          <c:dPt>
            <c:idx val="4"/>
            <c:bubble3D val="0"/>
            <c:spPr>
              <a:solidFill>
                <a:schemeClr val="accent6">
                  <a:lumMod val="75000"/>
                </a:schemeClr>
              </a:solidFill>
              <a:ln w="19050">
                <a:noFill/>
              </a:ln>
              <a:effectLst/>
            </c:spPr>
            <c:extLst>
              <c:ext xmlns:c16="http://schemas.microsoft.com/office/drawing/2014/chart" uri="{C3380CC4-5D6E-409C-BE32-E72D297353CC}">
                <c16:uniqueId val="{00000009-2AB1-4080-8178-464F4C1620C1}"/>
              </c:ext>
            </c:extLst>
          </c:dPt>
          <c:dPt>
            <c:idx val="5"/>
            <c:bubble3D val="0"/>
            <c:spPr>
              <a:solidFill>
                <a:schemeClr val="bg1">
                  <a:lumMod val="95000"/>
                </a:schemeClr>
              </a:solidFill>
              <a:ln w="19050">
                <a:noFill/>
              </a:ln>
              <a:effectLst/>
            </c:spPr>
            <c:extLst>
              <c:ext xmlns:c16="http://schemas.microsoft.com/office/drawing/2014/chart" uri="{C3380CC4-5D6E-409C-BE32-E72D297353CC}">
                <c16:uniqueId val="{0000000B-2AB1-4080-8178-464F4C1620C1}"/>
              </c:ext>
            </c:extLst>
          </c:dPt>
          <c:dLbls>
            <c:dLbl>
              <c:idx val="0"/>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2AB1-4080-8178-464F4C1620C1}"/>
                </c:ext>
              </c:extLst>
            </c:dLbl>
            <c:dLbl>
              <c:idx val="2"/>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2AB1-4080-8178-464F4C1620C1}"/>
                </c:ext>
              </c:extLst>
            </c:dLbl>
            <c:dLbl>
              <c:idx val="3"/>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7-2AB1-4080-8178-464F4C1620C1}"/>
                </c:ext>
              </c:extLst>
            </c:dLbl>
            <c:dLbl>
              <c:idx val="4"/>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bg1"/>
                      </a:solidFill>
                      <a:latin typeface="Aptos" panose="020B0004020202020204" pitchFamily="34" charset="0"/>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9-2AB1-4080-8178-464F4C1620C1}"/>
                </c:ext>
              </c:extLst>
            </c:dLbl>
            <c:spPr>
              <a:noFill/>
              <a:ln>
                <a:noFill/>
              </a:ln>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dk1">
                        <a:lumMod val="65000"/>
                        <a:lumOff val="35000"/>
                      </a:schemeClr>
                    </a:solidFill>
                    <a:latin typeface="Aptos" panose="020B0004020202020204" pitchFamily="34"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c15:spPr>
              </c:ext>
            </c:extLst>
          </c:dLbls>
          <c:cat>
            <c:strRef>
              <c:f>Sheet1!$A$2:$A$7</c:f>
              <c:strCache>
                <c:ptCount val="6"/>
                <c:pt idx="0">
                  <c:v>Label 1</c:v>
                </c:pt>
                <c:pt idx="1">
                  <c:v>Label 2</c:v>
                </c:pt>
                <c:pt idx="2">
                  <c:v>Label 3</c:v>
                </c:pt>
                <c:pt idx="3">
                  <c:v>Label 4</c:v>
                </c:pt>
                <c:pt idx="4">
                  <c:v>Label 5</c:v>
                </c:pt>
                <c:pt idx="5">
                  <c:v>Label 6</c:v>
                </c:pt>
              </c:strCache>
            </c:strRef>
          </c:cat>
          <c:val>
            <c:numRef>
              <c:f>Sheet1!$B$2:$B$7</c:f>
              <c:numCache>
                <c:formatCode>General</c:formatCode>
                <c:ptCount val="6"/>
                <c:pt idx="0">
                  <c:v>15</c:v>
                </c:pt>
                <c:pt idx="1">
                  <c:v>27</c:v>
                </c:pt>
                <c:pt idx="2">
                  <c:v>21</c:v>
                </c:pt>
                <c:pt idx="3">
                  <c:v>5</c:v>
                </c:pt>
                <c:pt idx="4">
                  <c:v>21</c:v>
                </c:pt>
                <c:pt idx="5">
                  <c:v>11</c:v>
                </c:pt>
              </c:numCache>
            </c:numRef>
          </c:val>
          <c:extLst>
            <c:ext xmlns:c16="http://schemas.microsoft.com/office/drawing/2014/chart" uri="{C3380CC4-5D6E-409C-BE32-E72D297353CC}">
              <c16:uniqueId val="{0000000C-2AB1-4080-8178-464F4C1620C1}"/>
            </c:ext>
          </c:extLst>
        </c:ser>
        <c:dLbls>
          <c:showLegendKey val="0"/>
          <c:showVal val="0"/>
          <c:showCatName val="0"/>
          <c:showSerName val="0"/>
          <c:showPercent val="0"/>
          <c:showBubbleSize val="0"/>
          <c:showLeaderLines val="0"/>
        </c:dLbls>
        <c:firstSliceAng val="0"/>
        <c:holeSize val="67"/>
      </c:doughnutChart>
      <c:spPr>
        <a:noFill/>
        <a:ln>
          <a:noFill/>
        </a:ln>
        <a:effectLst/>
      </c:spPr>
    </c:plotArea>
    <c:legend>
      <c:legendPos val="b"/>
      <c:layout>
        <c:manualLayout>
          <c:xMode val="edge"/>
          <c:yMode val="edge"/>
          <c:x val="0"/>
          <c:y val="0.70258884224871998"/>
          <c:w val="0.99534751665657195"/>
          <c:h val="0.103620157685827"/>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361882775076701E-2"/>
          <c:y val="4.4835868694955899E-2"/>
          <c:w val="0.94963811722492297"/>
          <c:h val="0.79620710741821799"/>
        </c:manualLayout>
      </c:layout>
      <c:barChart>
        <c:barDir val="col"/>
        <c:grouping val="clustered"/>
        <c:varyColors val="0"/>
        <c:ser>
          <c:idx val="0"/>
          <c:order val="0"/>
          <c:tx>
            <c:strRef>
              <c:f>Sheet1!$B$1</c:f>
              <c:strCache>
                <c:ptCount val="1"/>
                <c:pt idx="0">
                  <c:v>Label 1</c:v>
                </c:pt>
              </c:strCache>
            </c:strRef>
          </c:tx>
          <c:spPr>
            <a:solidFill>
              <a:schemeClr val="accent1"/>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Sheet1!$B$2:$B$3</c:f>
              <c:numCache>
                <c:formatCode>General</c:formatCode>
                <c:ptCount val="2"/>
                <c:pt idx="0">
                  <c:v>1</c:v>
                </c:pt>
                <c:pt idx="1">
                  <c:v>2</c:v>
                </c:pt>
              </c:numCache>
            </c:numRef>
          </c:val>
          <c:extLst>
            <c:ext xmlns:c16="http://schemas.microsoft.com/office/drawing/2014/chart" uri="{C3380CC4-5D6E-409C-BE32-E72D297353CC}">
              <c16:uniqueId val="{00000000-E5B7-4626-967A-3E53D2911A00}"/>
            </c:ext>
          </c:extLst>
        </c:ser>
        <c:ser>
          <c:idx val="1"/>
          <c:order val="1"/>
          <c:tx>
            <c:strRef>
              <c:f>Sheet1!$C$1</c:f>
              <c:strCache>
                <c:ptCount val="1"/>
                <c:pt idx="0">
                  <c:v>Label 2</c:v>
                </c:pt>
              </c:strCache>
            </c:strRef>
          </c:tx>
          <c:spPr>
            <a:solidFill>
              <a:schemeClr val="accent2"/>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Sheet1!$C$2:$C$3</c:f>
              <c:numCache>
                <c:formatCode>General</c:formatCode>
                <c:ptCount val="2"/>
                <c:pt idx="0">
                  <c:v>2</c:v>
                </c:pt>
                <c:pt idx="1">
                  <c:v>3</c:v>
                </c:pt>
              </c:numCache>
            </c:numRef>
          </c:val>
          <c:extLst>
            <c:ext xmlns:c16="http://schemas.microsoft.com/office/drawing/2014/chart" uri="{C3380CC4-5D6E-409C-BE32-E72D297353CC}">
              <c16:uniqueId val="{00000001-E5B7-4626-967A-3E53D2911A00}"/>
            </c:ext>
          </c:extLst>
        </c:ser>
        <c:ser>
          <c:idx val="2"/>
          <c:order val="2"/>
          <c:tx>
            <c:strRef>
              <c:f>Sheet1!$D$1</c:f>
              <c:strCache>
                <c:ptCount val="1"/>
                <c:pt idx="0">
                  <c:v>Label 3</c:v>
                </c:pt>
              </c:strCache>
            </c:strRef>
          </c:tx>
          <c:spPr>
            <a:solidFill>
              <a:schemeClr val="accent3"/>
            </a:solidFill>
            <a:ln>
              <a:noFill/>
            </a:ln>
            <a:effectLst/>
          </c:spPr>
          <c:invertIfNegative val="0"/>
          <c:dLbls>
            <c:numFmt formatCode="#,##0.0" sourceLinked="0"/>
            <c:spPr>
              <a:noFill/>
              <a:ln>
                <a:noFill/>
              </a:ln>
              <a:effectLst/>
            </c:spPr>
            <c:txPr>
              <a:bodyPr wrap="square" lIns="38100" tIns="19050" rIns="38100" bIns="19050" anchor="ctr">
                <a:spAutoFit/>
              </a:bodyPr>
              <a:lstStyle/>
              <a:p>
                <a:pPr>
                  <a:defRPr sz="900">
                    <a:latin typeface="Aptos" panose="020B0004020202020204" pitchFamily="34"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Sheet1!$D$2:$D$3</c:f>
              <c:numCache>
                <c:formatCode>General</c:formatCode>
                <c:ptCount val="2"/>
                <c:pt idx="0">
                  <c:v>3</c:v>
                </c:pt>
                <c:pt idx="1">
                  <c:v>4</c:v>
                </c:pt>
              </c:numCache>
            </c:numRef>
          </c:val>
          <c:extLst>
            <c:ext xmlns:c16="http://schemas.microsoft.com/office/drawing/2014/chart" uri="{C3380CC4-5D6E-409C-BE32-E72D297353CC}">
              <c16:uniqueId val="{00000002-E5B7-4626-967A-3E53D2911A00}"/>
            </c:ext>
          </c:extLst>
        </c:ser>
        <c:ser>
          <c:idx val="3"/>
          <c:order val="3"/>
          <c:tx>
            <c:strRef>
              <c:f>Sheet1!$E$1</c:f>
              <c:strCache>
                <c:ptCount val="1"/>
                <c:pt idx="0">
                  <c:v>Label 4</c:v>
                </c:pt>
              </c:strCache>
            </c:strRef>
          </c:tx>
          <c:spPr>
            <a:solidFill>
              <a:schemeClr val="accent4"/>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Sheet1!$E$2:$E$3</c:f>
              <c:numCache>
                <c:formatCode>General</c:formatCode>
                <c:ptCount val="2"/>
                <c:pt idx="0">
                  <c:v>4</c:v>
                </c:pt>
                <c:pt idx="1">
                  <c:v>5</c:v>
                </c:pt>
              </c:numCache>
            </c:numRef>
          </c:val>
          <c:extLst>
            <c:ext xmlns:c16="http://schemas.microsoft.com/office/drawing/2014/chart" uri="{C3380CC4-5D6E-409C-BE32-E72D297353CC}">
              <c16:uniqueId val="{00000003-E5B7-4626-967A-3E53D2911A00}"/>
            </c:ext>
          </c:extLst>
        </c:ser>
        <c:ser>
          <c:idx val="4"/>
          <c:order val="4"/>
          <c:tx>
            <c:strRef>
              <c:f>Sheet1!$F$1</c:f>
              <c:strCache>
                <c:ptCount val="1"/>
                <c:pt idx="0">
                  <c:v>Label 5</c:v>
                </c:pt>
              </c:strCache>
            </c:strRef>
          </c:tx>
          <c:spPr>
            <a:solidFill>
              <a:schemeClr val="accent5"/>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Sheet1!$F$2:$F$3</c:f>
              <c:numCache>
                <c:formatCode>General</c:formatCode>
                <c:ptCount val="2"/>
                <c:pt idx="0">
                  <c:v>5</c:v>
                </c:pt>
                <c:pt idx="1">
                  <c:v>6</c:v>
                </c:pt>
              </c:numCache>
            </c:numRef>
          </c:val>
          <c:extLst>
            <c:ext xmlns:c16="http://schemas.microsoft.com/office/drawing/2014/chart" uri="{C3380CC4-5D6E-409C-BE32-E72D297353CC}">
              <c16:uniqueId val="{00000004-E5B7-4626-967A-3E53D2911A00}"/>
            </c:ext>
          </c:extLst>
        </c:ser>
        <c:ser>
          <c:idx val="5"/>
          <c:order val="5"/>
          <c:tx>
            <c:strRef>
              <c:f>Sheet1!$G$1</c:f>
              <c:strCache>
                <c:ptCount val="1"/>
                <c:pt idx="0">
                  <c:v>Label 6</c:v>
                </c:pt>
              </c:strCache>
            </c:strRef>
          </c:tx>
          <c:spPr>
            <a:solidFill>
              <a:schemeClr val="accent6"/>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Sheet1!$G$2:$G$3</c:f>
              <c:numCache>
                <c:formatCode>General</c:formatCode>
                <c:ptCount val="2"/>
                <c:pt idx="0">
                  <c:v>6</c:v>
                </c:pt>
                <c:pt idx="1">
                  <c:v>7</c:v>
                </c:pt>
              </c:numCache>
            </c:numRef>
          </c:val>
          <c:extLst>
            <c:ext xmlns:c16="http://schemas.microsoft.com/office/drawing/2014/chart" uri="{C3380CC4-5D6E-409C-BE32-E72D297353CC}">
              <c16:uniqueId val="{00000005-E5B7-4626-967A-3E53D2911A00}"/>
            </c:ext>
          </c:extLst>
        </c:ser>
        <c:ser>
          <c:idx val="6"/>
          <c:order val="6"/>
          <c:tx>
            <c:strRef>
              <c:f>Sheet1!$H$1</c:f>
              <c:strCache>
                <c:ptCount val="1"/>
                <c:pt idx="0">
                  <c:v>Label 7</c:v>
                </c:pt>
              </c:strCache>
            </c:strRef>
          </c:tx>
          <c:spPr>
            <a:solidFill>
              <a:schemeClr val="bg2"/>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Label</c:v>
                </c:pt>
                <c:pt idx="1">
                  <c:v>Label</c:v>
                </c:pt>
              </c:strCache>
            </c:strRef>
          </c:cat>
          <c:val>
            <c:numRef>
              <c:f>Sheet1!$H$2:$H$3</c:f>
              <c:numCache>
                <c:formatCode>General</c:formatCode>
                <c:ptCount val="2"/>
                <c:pt idx="0">
                  <c:v>7</c:v>
                </c:pt>
                <c:pt idx="1">
                  <c:v>8</c:v>
                </c:pt>
              </c:numCache>
            </c:numRef>
          </c:val>
          <c:extLst>
            <c:ext xmlns:c16="http://schemas.microsoft.com/office/drawing/2014/chart" uri="{C3380CC4-5D6E-409C-BE32-E72D297353CC}">
              <c16:uniqueId val="{00000006-E5B7-4626-967A-3E53D2911A00}"/>
            </c:ext>
          </c:extLst>
        </c:ser>
        <c:dLbls>
          <c:dLblPos val="outEnd"/>
          <c:showLegendKey val="0"/>
          <c:showVal val="1"/>
          <c:showCatName val="0"/>
          <c:showSerName val="0"/>
          <c:showPercent val="0"/>
          <c:showBubbleSize val="0"/>
        </c:dLbls>
        <c:gapWidth val="113"/>
        <c:overlap val="-27"/>
        <c:axId val="215999504"/>
        <c:axId val="216000680"/>
      </c:barChart>
      <c:catAx>
        <c:axId val="215999504"/>
        <c:scaling>
          <c:orientation val="minMax"/>
        </c:scaling>
        <c:delete val="0"/>
        <c:axPos val="b"/>
        <c:numFmt formatCode="General" sourceLinked="1"/>
        <c:majorTickMark val="none"/>
        <c:minorTickMark val="none"/>
        <c:tickLblPos val="nextTo"/>
        <c:spPr>
          <a:noFill/>
          <a:ln w="3175" cap="flat" cmpd="sng" algn="ctr">
            <a:solidFill>
              <a:schemeClr val="tx2"/>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216000680"/>
        <c:crosses val="autoZero"/>
        <c:auto val="1"/>
        <c:lblAlgn val="ctr"/>
        <c:lblOffset val="100"/>
        <c:noMultiLvlLbl val="0"/>
      </c:catAx>
      <c:valAx>
        <c:axId val="216000680"/>
        <c:scaling>
          <c:orientation val="minMax"/>
        </c:scaling>
        <c:delete val="0"/>
        <c:axPos val="l"/>
        <c:majorGridlines>
          <c:spPr>
            <a:ln w="3175" cap="flat" cmpd="sng" algn="ctr">
              <a:solidFill>
                <a:schemeClr val="tx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215999504"/>
        <c:crosses val="autoZero"/>
        <c:crossBetween val="between"/>
      </c:valAx>
      <c:spPr>
        <a:noFill/>
        <a:ln>
          <a:noFill/>
        </a:ln>
        <a:effectLst/>
      </c:spPr>
    </c:plotArea>
    <c:legend>
      <c:legendPos val="b"/>
      <c:layout>
        <c:manualLayout>
          <c:xMode val="edge"/>
          <c:yMode val="edge"/>
          <c:x val="0.13718942415097626"/>
          <c:y val="0.89379963078424829"/>
          <c:w val="0.82188177023252595"/>
          <c:h val="0.10301184749225277"/>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730117636658705E-2"/>
          <c:y val="2.54169976171565E-2"/>
          <c:w val="0.87994670674185005"/>
          <c:h val="0.73660385382724702"/>
        </c:manualLayout>
      </c:layout>
      <c:barChart>
        <c:barDir val="col"/>
        <c:grouping val="stacked"/>
        <c:varyColors val="0"/>
        <c:ser>
          <c:idx val="0"/>
          <c:order val="0"/>
          <c:tx>
            <c:strRef>
              <c:f>Sheet1!$B$1</c:f>
              <c:strCache>
                <c:ptCount val="1"/>
                <c:pt idx="0">
                  <c:v>Label 1</c:v>
                </c:pt>
              </c:strCache>
            </c:strRef>
          </c:tx>
          <c:spPr>
            <a:solidFill>
              <a:schemeClr val="accent1"/>
            </a:solidFill>
            <a:ln>
              <a:noFill/>
            </a:ln>
            <a:effectLst/>
          </c:spPr>
          <c:invertIfNegative val="0"/>
          <c:dLbls>
            <c:numFmt formatCode="#,##0.0" sourceLinked="0"/>
            <c:spPr>
              <a:noFill/>
              <a:ln>
                <a:noFill/>
              </a:ln>
              <a:effectLst/>
            </c:spPr>
            <c:txPr>
              <a:bodyPr rot="0" vert="horz"/>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Sheet1!$B$2:$B$6</c:f>
              <c:numCache>
                <c:formatCode>General</c:formatCode>
                <c:ptCount val="5"/>
                <c:pt idx="0">
                  <c:v>1</c:v>
                </c:pt>
                <c:pt idx="1">
                  <c:v>1.5</c:v>
                </c:pt>
                <c:pt idx="2">
                  <c:v>2</c:v>
                </c:pt>
                <c:pt idx="3">
                  <c:v>2.5</c:v>
                </c:pt>
                <c:pt idx="4">
                  <c:v>3</c:v>
                </c:pt>
              </c:numCache>
            </c:numRef>
          </c:val>
          <c:extLst>
            <c:ext xmlns:c16="http://schemas.microsoft.com/office/drawing/2014/chart" uri="{C3380CC4-5D6E-409C-BE32-E72D297353CC}">
              <c16:uniqueId val="{00000000-F1B9-453A-BC08-CBFB32CE0534}"/>
            </c:ext>
          </c:extLst>
        </c:ser>
        <c:ser>
          <c:idx val="1"/>
          <c:order val="1"/>
          <c:tx>
            <c:strRef>
              <c:f>Sheet1!$C$1</c:f>
              <c:strCache>
                <c:ptCount val="1"/>
                <c:pt idx="0">
                  <c:v>Label 2</c:v>
                </c:pt>
              </c:strCache>
            </c:strRef>
          </c:tx>
          <c:spPr>
            <a:solidFill>
              <a:schemeClr val="accent2"/>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Sheet1!$C$2:$C$6</c:f>
              <c:numCache>
                <c:formatCode>General</c:formatCode>
                <c:ptCount val="5"/>
                <c:pt idx="0">
                  <c:v>1.1000000000000001</c:v>
                </c:pt>
                <c:pt idx="1">
                  <c:v>1.6</c:v>
                </c:pt>
                <c:pt idx="2">
                  <c:v>2.1</c:v>
                </c:pt>
                <c:pt idx="3">
                  <c:v>2.6</c:v>
                </c:pt>
                <c:pt idx="4">
                  <c:v>3.1</c:v>
                </c:pt>
              </c:numCache>
            </c:numRef>
          </c:val>
          <c:extLst>
            <c:ext xmlns:c16="http://schemas.microsoft.com/office/drawing/2014/chart" uri="{C3380CC4-5D6E-409C-BE32-E72D297353CC}">
              <c16:uniqueId val="{00000001-F1B9-453A-BC08-CBFB32CE0534}"/>
            </c:ext>
          </c:extLst>
        </c:ser>
        <c:ser>
          <c:idx val="2"/>
          <c:order val="2"/>
          <c:tx>
            <c:strRef>
              <c:f>Sheet1!$D$1</c:f>
              <c:strCache>
                <c:ptCount val="1"/>
                <c:pt idx="0">
                  <c:v>Label 3</c:v>
                </c:pt>
              </c:strCache>
            </c:strRef>
          </c:tx>
          <c:spPr>
            <a:solidFill>
              <a:schemeClr val="accent3"/>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Sheet1!$D$2:$D$6</c:f>
              <c:numCache>
                <c:formatCode>General</c:formatCode>
                <c:ptCount val="5"/>
                <c:pt idx="0">
                  <c:v>1</c:v>
                </c:pt>
                <c:pt idx="1">
                  <c:v>1.5</c:v>
                </c:pt>
                <c:pt idx="2">
                  <c:v>2</c:v>
                </c:pt>
                <c:pt idx="3">
                  <c:v>2.5</c:v>
                </c:pt>
                <c:pt idx="4">
                  <c:v>3</c:v>
                </c:pt>
              </c:numCache>
            </c:numRef>
          </c:val>
          <c:extLst>
            <c:ext xmlns:c16="http://schemas.microsoft.com/office/drawing/2014/chart" uri="{C3380CC4-5D6E-409C-BE32-E72D297353CC}">
              <c16:uniqueId val="{00000002-F1B9-453A-BC08-CBFB32CE0534}"/>
            </c:ext>
          </c:extLst>
        </c:ser>
        <c:ser>
          <c:idx val="3"/>
          <c:order val="3"/>
          <c:tx>
            <c:strRef>
              <c:f>Sheet1!$E$1</c:f>
              <c:strCache>
                <c:ptCount val="1"/>
                <c:pt idx="0">
                  <c:v>Label 4</c:v>
                </c:pt>
              </c:strCache>
            </c:strRef>
          </c:tx>
          <c:spPr>
            <a:solidFill>
              <a:schemeClr val="accent4"/>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Sheet1!$E$2:$E$6</c:f>
              <c:numCache>
                <c:formatCode>General</c:formatCode>
                <c:ptCount val="5"/>
                <c:pt idx="0">
                  <c:v>1.1000000000000001</c:v>
                </c:pt>
                <c:pt idx="1">
                  <c:v>1.6</c:v>
                </c:pt>
                <c:pt idx="2">
                  <c:v>2.1</c:v>
                </c:pt>
                <c:pt idx="3">
                  <c:v>2.6</c:v>
                </c:pt>
                <c:pt idx="4">
                  <c:v>3.1</c:v>
                </c:pt>
              </c:numCache>
            </c:numRef>
          </c:val>
          <c:extLst>
            <c:ext xmlns:c16="http://schemas.microsoft.com/office/drawing/2014/chart" uri="{C3380CC4-5D6E-409C-BE32-E72D297353CC}">
              <c16:uniqueId val="{00000003-F1B9-453A-BC08-CBFB32CE0534}"/>
            </c:ext>
          </c:extLst>
        </c:ser>
        <c:ser>
          <c:idx val="4"/>
          <c:order val="4"/>
          <c:tx>
            <c:strRef>
              <c:f>Sheet1!$F$1</c:f>
              <c:strCache>
                <c:ptCount val="1"/>
                <c:pt idx="0">
                  <c:v>Label 5</c:v>
                </c:pt>
              </c:strCache>
            </c:strRef>
          </c:tx>
          <c:spPr>
            <a:solidFill>
              <a:schemeClr val="accent5"/>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Sheet1!$F$2:$F$6</c:f>
              <c:numCache>
                <c:formatCode>General</c:formatCode>
                <c:ptCount val="5"/>
                <c:pt idx="0">
                  <c:v>1</c:v>
                </c:pt>
                <c:pt idx="1">
                  <c:v>1.5</c:v>
                </c:pt>
                <c:pt idx="2">
                  <c:v>2</c:v>
                </c:pt>
                <c:pt idx="3">
                  <c:v>2.5</c:v>
                </c:pt>
                <c:pt idx="4">
                  <c:v>3</c:v>
                </c:pt>
              </c:numCache>
            </c:numRef>
          </c:val>
          <c:extLst>
            <c:ext xmlns:c16="http://schemas.microsoft.com/office/drawing/2014/chart" uri="{C3380CC4-5D6E-409C-BE32-E72D297353CC}">
              <c16:uniqueId val="{00000004-F1B9-453A-BC08-CBFB32CE0534}"/>
            </c:ext>
          </c:extLst>
        </c:ser>
        <c:ser>
          <c:idx val="5"/>
          <c:order val="5"/>
          <c:tx>
            <c:strRef>
              <c:f>Sheet1!$G$1</c:f>
              <c:strCache>
                <c:ptCount val="1"/>
                <c:pt idx="0">
                  <c:v>Label 6</c:v>
                </c:pt>
              </c:strCache>
            </c:strRef>
          </c:tx>
          <c:spPr>
            <a:solidFill>
              <a:schemeClr val="accent6"/>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Sheet1!$G$2:$G$6</c:f>
              <c:numCache>
                <c:formatCode>General</c:formatCode>
                <c:ptCount val="5"/>
                <c:pt idx="0">
                  <c:v>1.1000000000000001</c:v>
                </c:pt>
                <c:pt idx="1">
                  <c:v>1.6</c:v>
                </c:pt>
                <c:pt idx="2">
                  <c:v>2.1</c:v>
                </c:pt>
                <c:pt idx="3">
                  <c:v>2.6</c:v>
                </c:pt>
                <c:pt idx="4">
                  <c:v>3.1</c:v>
                </c:pt>
              </c:numCache>
            </c:numRef>
          </c:val>
          <c:extLst>
            <c:ext xmlns:c16="http://schemas.microsoft.com/office/drawing/2014/chart" uri="{C3380CC4-5D6E-409C-BE32-E72D297353CC}">
              <c16:uniqueId val="{00000005-F1B9-453A-BC08-CBFB32CE0534}"/>
            </c:ext>
          </c:extLst>
        </c:ser>
        <c:dLbls>
          <c:dLblPos val="ctr"/>
          <c:showLegendKey val="0"/>
          <c:showVal val="1"/>
          <c:showCatName val="0"/>
          <c:showSerName val="0"/>
          <c:showPercent val="0"/>
          <c:showBubbleSize val="0"/>
        </c:dLbls>
        <c:gapWidth val="85"/>
        <c:overlap val="100"/>
        <c:axId val="316286712"/>
        <c:axId val="316285928"/>
      </c:barChart>
      <c:catAx>
        <c:axId val="316286712"/>
        <c:scaling>
          <c:orientation val="minMax"/>
        </c:scaling>
        <c:delete val="0"/>
        <c:axPos val="b"/>
        <c:numFmt formatCode="General" sourceLinked="1"/>
        <c:majorTickMark val="none"/>
        <c:minorTickMark val="none"/>
        <c:tickLblPos val="nextTo"/>
        <c:spPr>
          <a:noFill/>
          <a:ln w="3175" cap="flat" cmpd="sng" algn="ctr">
            <a:solidFill>
              <a:schemeClr val="tx2"/>
            </a:solidFill>
            <a:round/>
          </a:ln>
          <a:effectLst/>
        </c:spPr>
        <c:txPr>
          <a:bodyPr rot="-60000000" vert="horz"/>
          <a:lstStyle/>
          <a:p>
            <a:pPr>
              <a:defRPr/>
            </a:pPr>
            <a:endParaRPr lang="en-US"/>
          </a:p>
        </c:txPr>
        <c:crossAx val="316285928"/>
        <c:crosses val="autoZero"/>
        <c:auto val="1"/>
        <c:lblAlgn val="ctr"/>
        <c:lblOffset val="100"/>
        <c:noMultiLvlLbl val="0"/>
      </c:catAx>
      <c:valAx>
        <c:axId val="316285928"/>
        <c:scaling>
          <c:orientation val="minMax"/>
        </c:scaling>
        <c:delete val="0"/>
        <c:axPos val="l"/>
        <c:majorGridlines>
          <c:spPr>
            <a:ln w="3175" cap="flat" cmpd="sng" algn="ctr">
              <a:solidFill>
                <a:schemeClr val="tx2"/>
              </a:solidFill>
              <a:round/>
            </a:ln>
            <a:effectLst/>
          </c:spPr>
        </c:majorGridlines>
        <c:numFmt formatCode="General" sourceLinked="1"/>
        <c:majorTickMark val="none"/>
        <c:minorTickMark val="none"/>
        <c:tickLblPos val="nextTo"/>
        <c:spPr>
          <a:noFill/>
          <a:ln>
            <a:noFill/>
          </a:ln>
          <a:effectLst/>
        </c:spPr>
        <c:txPr>
          <a:bodyPr rot="-60000000" vert="horz"/>
          <a:lstStyle/>
          <a:p>
            <a:pPr>
              <a:defRPr/>
            </a:pPr>
            <a:endParaRPr lang="en-US"/>
          </a:p>
        </c:txPr>
        <c:crossAx val="316286712"/>
        <c:crosses val="autoZero"/>
        <c:crossBetween val="between"/>
      </c:valAx>
      <c:spPr>
        <a:noFill/>
        <a:ln>
          <a:noFill/>
        </a:ln>
        <a:effectLst/>
      </c:spPr>
    </c:plotArea>
    <c:legend>
      <c:legendPos val="b"/>
      <c:layout>
        <c:manualLayout>
          <c:xMode val="edge"/>
          <c:yMode val="edge"/>
          <c:x val="0.19113866981543101"/>
          <c:y val="0.85756774843176398"/>
          <c:w val="0.61130701084176797"/>
          <c:h val="7.8889757525345106E-2"/>
        </c:manualLayout>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908974243419202E-2"/>
          <c:y val="2.5057145678002601E-2"/>
          <c:w val="0.85889639324047895"/>
          <c:h val="0.74014616062734195"/>
        </c:manualLayout>
      </c:layout>
      <c:barChart>
        <c:barDir val="col"/>
        <c:grouping val="stacked"/>
        <c:varyColors val="0"/>
        <c:ser>
          <c:idx val="0"/>
          <c:order val="0"/>
          <c:tx>
            <c:strRef>
              <c:f>Sheet1!$B$1</c:f>
              <c:strCache>
                <c:ptCount val="1"/>
                <c:pt idx="0">
                  <c:v>Label 1</c:v>
                </c:pt>
              </c:strCache>
            </c:strRef>
          </c:tx>
          <c:spPr>
            <a:solidFill>
              <a:schemeClr val="tx1"/>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Sheet1!$B$2:$B$6</c:f>
              <c:numCache>
                <c:formatCode>General</c:formatCode>
                <c:ptCount val="5"/>
                <c:pt idx="0">
                  <c:v>1</c:v>
                </c:pt>
                <c:pt idx="1">
                  <c:v>1.5</c:v>
                </c:pt>
                <c:pt idx="2">
                  <c:v>2</c:v>
                </c:pt>
                <c:pt idx="3">
                  <c:v>2.5</c:v>
                </c:pt>
                <c:pt idx="4">
                  <c:v>3</c:v>
                </c:pt>
              </c:numCache>
            </c:numRef>
          </c:val>
          <c:extLst>
            <c:ext xmlns:c16="http://schemas.microsoft.com/office/drawing/2014/chart" uri="{C3380CC4-5D6E-409C-BE32-E72D297353CC}">
              <c16:uniqueId val="{00000000-53FC-4BAD-A14A-D4F0F60FA804}"/>
            </c:ext>
          </c:extLst>
        </c:ser>
        <c:ser>
          <c:idx val="1"/>
          <c:order val="1"/>
          <c:tx>
            <c:strRef>
              <c:f>Sheet1!$C$1</c:f>
              <c:strCache>
                <c:ptCount val="1"/>
                <c:pt idx="0">
                  <c:v>Label 2</c:v>
                </c:pt>
              </c:strCache>
            </c:strRef>
          </c:tx>
          <c:spPr>
            <a:solidFill>
              <a:schemeClr val="tx2"/>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Sheet1!$C$2:$C$6</c:f>
              <c:numCache>
                <c:formatCode>General</c:formatCode>
                <c:ptCount val="5"/>
                <c:pt idx="0">
                  <c:v>1.1000000000000001</c:v>
                </c:pt>
                <c:pt idx="1">
                  <c:v>1.6</c:v>
                </c:pt>
                <c:pt idx="2">
                  <c:v>2.1</c:v>
                </c:pt>
                <c:pt idx="3">
                  <c:v>2.6</c:v>
                </c:pt>
                <c:pt idx="4">
                  <c:v>3.1</c:v>
                </c:pt>
              </c:numCache>
            </c:numRef>
          </c:val>
          <c:extLst>
            <c:ext xmlns:c16="http://schemas.microsoft.com/office/drawing/2014/chart" uri="{C3380CC4-5D6E-409C-BE32-E72D297353CC}">
              <c16:uniqueId val="{00000001-53FC-4BAD-A14A-D4F0F60FA804}"/>
            </c:ext>
          </c:extLst>
        </c:ser>
        <c:ser>
          <c:idx val="2"/>
          <c:order val="2"/>
          <c:tx>
            <c:strRef>
              <c:f>Sheet1!$D$1</c:f>
              <c:strCache>
                <c:ptCount val="1"/>
                <c:pt idx="0">
                  <c:v>Label 3</c:v>
                </c:pt>
              </c:strCache>
            </c:strRef>
          </c:tx>
          <c:spPr>
            <a:solidFill>
              <a:schemeClr val="accent6"/>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Sheet1!$D$2:$D$6</c:f>
              <c:numCache>
                <c:formatCode>General</c:formatCode>
                <c:ptCount val="5"/>
                <c:pt idx="0">
                  <c:v>1</c:v>
                </c:pt>
                <c:pt idx="1">
                  <c:v>1.5</c:v>
                </c:pt>
                <c:pt idx="2">
                  <c:v>2</c:v>
                </c:pt>
                <c:pt idx="3">
                  <c:v>2.5</c:v>
                </c:pt>
                <c:pt idx="4">
                  <c:v>3</c:v>
                </c:pt>
              </c:numCache>
            </c:numRef>
          </c:val>
          <c:extLst>
            <c:ext xmlns:c16="http://schemas.microsoft.com/office/drawing/2014/chart" uri="{C3380CC4-5D6E-409C-BE32-E72D297353CC}">
              <c16:uniqueId val="{00000002-53FC-4BAD-A14A-D4F0F60FA804}"/>
            </c:ext>
          </c:extLst>
        </c:ser>
        <c:ser>
          <c:idx val="3"/>
          <c:order val="3"/>
          <c:tx>
            <c:strRef>
              <c:f>Sheet1!$E$1</c:f>
              <c:strCache>
                <c:ptCount val="1"/>
                <c:pt idx="0">
                  <c:v>Label 4</c:v>
                </c:pt>
              </c:strCache>
            </c:strRef>
          </c:tx>
          <c:spPr>
            <a:solidFill>
              <a:schemeClr val="bg2">
                <a:lumMod val="75000"/>
              </a:schemeClr>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Sheet1!$E$2:$E$6</c:f>
              <c:numCache>
                <c:formatCode>General</c:formatCode>
                <c:ptCount val="5"/>
                <c:pt idx="0">
                  <c:v>1.1000000000000001</c:v>
                </c:pt>
                <c:pt idx="1">
                  <c:v>1.6</c:v>
                </c:pt>
                <c:pt idx="2">
                  <c:v>2.1</c:v>
                </c:pt>
                <c:pt idx="3">
                  <c:v>2.6</c:v>
                </c:pt>
                <c:pt idx="4">
                  <c:v>3.1</c:v>
                </c:pt>
              </c:numCache>
            </c:numRef>
          </c:val>
          <c:extLst>
            <c:ext xmlns:c16="http://schemas.microsoft.com/office/drawing/2014/chart" uri="{C3380CC4-5D6E-409C-BE32-E72D297353CC}">
              <c16:uniqueId val="{00000003-53FC-4BAD-A14A-D4F0F60FA804}"/>
            </c:ext>
          </c:extLst>
        </c:ser>
        <c:ser>
          <c:idx val="4"/>
          <c:order val="4"/>
          <c:tx>
            <c:strRef>
              <c:f>Sheet1!$F$1</c:f>
              <c:strCache>
                <c:ptCount val="1"/>
                <c:pt idx="0">
                  <c:v>Label 5</c:v>
                </c:pt>
              </c:strCache>
            </c:strRef>
          </c:tx>
          <c:spPr>
            <a:solidFill>
              <a:schemeClr val="bg2"/>
            </a:solidFill>
            <a:ln>
              <a:noFill/>
            </a:ln>
            <a:effectLst/>
          </c:spPr>
          <c:invertIfNegative val="0"/>
          <c:dLbls>
            <c:numFmt formatCode="#,##0.0" sourceLinked="0"/>
            <c:spPr>
              <a:noFill/>
              <a:ln>
                <a:noFill/>
              </a:ln>
              <a:effectLst/>
            </c:spPr>
            <c:txPr>
              <a:bodyPr rot="0" vert="horz"/>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Sheet1!$F$2:$F$6</c:f>
              <c:numCache>
                <c:formatCode>General</c:formatCode>
                <c:ptCount val="5"/>
                <c:pt idx="0">
                  <c:v>1</c:v>
                </c:pt>
                <c:pt idx="1">
                  <c:v>1.5</c:v>
                </c:pt>
                <c:pt idx="2">
                  <c:v>2</c:v>
                </c:pt>
                <c:pt idx="3">
                  <c:v>2.5</c:v>
                </c:pt>
                <c:pt idx="4">
                  <c:v>3</c:v>
                </c:pt>
              </c:numCache>
            </c:numRef>
          </c:val>
          <c:extLst>
            <c:ext xmlns:c16="http://schemas.microsoft.com/office/drawing/2014/chart" uri="{C3380CC4-5D6E-409C-BE32-E72D297353CC}">
              <c16:uniqueId val="{00000004-53FC-4BAD-A14A-D4F0F60FA804}"/>
            </c:ext>
          </c:extLst>
        </c:ser>
        <c:ser>
          <c:idx val="5"/>
          <c:order val="5"/>
          <c:tx>
            <c:strRef>
              <c:f>Sheet1!$G$1</c:f>
              <c:strCache>
                <c:ptCount val="1"/>
                <c:pt idx="0">
                  <c:v>Label 6</c:v>
                </c:pt>
              </c:strCache>
            </c:strRef>
          </c:tx>
          <c:spPr>
            <a:solidFill>
              <a:schemeClr val="accent1"/>
            </a:solidFill>
            <a:ln>
              <a:noFill/>
            </a:ln>
            <a:effectLst/>
          </c:spPr>
          <c:invertIfNegative val="0"/>
          <c:dLbls>
            <c:numFmt formatCode="#,##0.0" sourceLinked="0"/>
            <c:spPr>
              <a:noFill/>
              <a:ln>
                <a:noFill/>
              </a:ln>
              <a:effectLst/>
            </c:spPr>
            <c:txPr>
              <a:bodyPr rot="0" vert="horz"/>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Sheet1!$G$2:$G$6</c:f>
              <c:numCache>
                <c:formatCode>General</c:formatCode>
                <c:ptCount val="5"/>
                <c:pt idx="0">
                  <c:v>1.1000000000000001</c:v>
                </c:pt>
                <c:pt idx="1">
                  <c:v>1.6</c:v>
                </c:pt>
                <c:pt idx="2">
                  <c:v>2.1</c:v>
                </c:pt>
                <c:pt idx="3">
                  <c:v>2.6</c:v>
                </c:pt>
                <c:pt idx="4">
                  <c:v>3.1</c:v>
                </c:pt>
              </c:numCache>
            </c:numRef>
          </c:val>
          <c:extLst>
            <c:ext xmlns:c16="http://schemas.microsoft.com/office/drawing/2014/chart" uri="{C3380CC4-5D6E-409C-BE32-E72D297353CC}">
              <c16:uniqueId val="{00000005-53FC-4BAD-A14A-D4F0F60FA804}"/>
            </c:ext>
          </c:extLst>
        </c:ser>
        <c:dLbls>
          <c:dLblPos val="ctr"/>
          <c:showLegendKey val="0"/>
          <c:showVal val="1"/>
          <c:showCatName val="0"/>
          <c:showSerName val="0"/>
          <c:showPercent val="0"/>
          <c:showBubbleSize val="0"/>
        </c:dLbls>
        <c:gapWidth val="85"/>
        <c:overlap val="100"/>
        <c:axId val="316292984"/>
        <c:axId val="316292592"/>
      </c:barChart>
      <c:catAx>
        <c:axId val="316292984"/>
        <c:scaling>
          <c:orientation val="minMax"/>
        </c:scaling>
        <c:delete val="0"/>
        <c:axPos val="b"/>
        <c:numFmt formatCode="General" sourceLinked="1"/>
        <c:majorTickMark val="none"/>
        <c:minorTickMark val="none"/>
        <c:tickLblPos val="nextTo"/>
        <c:spPr>
          <a:noFill/>
          <a:ln w="3175" cap="flat" cmpd="sng" algn="ctr">
            <a:solidFill>
              <a:schemeClr val="tx2"/>
            </a:solidFill>
            <a:round/>
          </a:ln>
          <a:effectLst/>
        </c:spPr>
        <c:txPr>
          <a:bodyPr rot="-60000000" vert="horz"/>
          <a:lstStyle/>
          <a:p>
            <a:pPr>
              <a:defRPr/>
            </a:pPr>
            <a:endParaRPr lang="en-US"/>
          </a:p>
        </c:txPr>
        <c:crossAx val="316292592"/>
        <c:crosses val="autoZero"/>
        <c:auto val="1"/>
        <c:lblAlgn val="ctr"/>
        <c:lblOffset val="100"/>
        <c:noMultiLvlLbl val="0"/>
      </c:catAx>
      <c:valAx>
        <c:axId val="316292592"/>
        <c:scaling>
          <c:orientation val="minMax"/>
        </c:scaling>
        <c:delete val="0"/>
        <c:axPos val="l"/>
        <c:majorGridlines>
          <c:spPr>
            <a:ln w="3175" cap="flat" cmpd="sng" algn="ctr">
              <a:solidFill>
                <a:schemeClr val="tx2"/>
              </a:solidFill>
              <a:round/>
            </a:ln>
            <a:effectLst/>
          </c:spPr>
        </c:majorGridlines>
        <c:numFmt formatCode="General" sourceLinked="1"/>
        <c:majorTickMark val="none"/>
        <c:minorTickMark val="none"/>
        <c:tickLblPos val="nextTo"/>
        <c:spPr>
          <a:noFill/>
          <a:ln>
            <a:noFill/>
          </a:ln>
          <a:effectLst/>
        </c:spPr>
        <c:txPr>
          <a:bodyPr rot="-60000000" vert="horz"/>
          <a:lstStyle/>
          <a:p>
            <a:pPr>
              <a:defRPr/>
            </a:pPr>
            <a:endParaRPr lang="en-US"/>
          </a:p>
        </c:txPr>
        <c:crossAx val="316292984"/>
        <c:crosses val="autoZero"/>
        <c:crossBetween val="between"/>
      </c:valAx>
      <c:spPr>
        <a:noFill/>
        <a:ln>
          <a:noFill/>
        </a:ln>
        <a:effectLst/>
      </c:spPr>
    </c:plotArea>
    <c:legend>
      <c:legendPos val="b"/>
      <c:layout>
        <c:manualLayout>
          <c:xMode val="edge"/>
          <c:yMode val="edge"/>
          <c:x val="0.14298604857134101"/>
          <c:y val="0.85121349902747501"/>
          <c:w val="0.71402790285731699"/>
          <c:h val="9.1598256333923295E-2"/>
        </c:manualLayout>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35228182546036801"/>
          <c:w val="1"/>
          <c:h val="0.51321056845476398"/>
        </c:manualLayout>
      </c:layout>
      <c:barChart>
        <c:barDir val="col"/>
        <c:grouping val="clustered"/>
        <c:varyColors val="0"/>
        <c:ser>
          <c:idx val="0"/>
          <c:order val="0"/>
          <c:tx>
            <c:strRef>
              <c:f>Sheet1!$B$1</c:f>
              <c:strCache>
                <c:ptCount val="1"/>
                <c:pt idx="0">
                  <c:v>Series 1</c:v>
                </c:pt>
              </c:strCache>
            </c:strRef>
          </c:tx>
          <c:spPr>
            <a:solidFill>
              <a:schemeClr val="bg1">
                <a:lumMod val="75000"/>
              </a:schemeClr>
            </a:solidFill>
            <a:ln>
              <a:noFill/>
            </a:ln>
            <a:effectLst/>
          </c:spPr>
          <c:invertIfNegative val="0"/>
          <c:dPt>
            <c:idx val="2"/>
            <c:invertIfNegative val="0"/>
            <c:bubble3D val="0"/>
            <c:spPr>
              <a:solidFill>
                <a:schemeClr val="accent1"/>
              </a:solidFill>
              <a:ln>
                <a:noFill/>
              </a:ln>
              <a:effectLst/>
            </c:spPr>
            <c:extLst>
              <c:ext xmlns:c16="http://schemas.microsoft.com/office/drawing/2014/chart" uri="{C3380CC4-5D6E-409C-BE32-E72D297353CC}">
                <c16:uniqueId val="{00000001-1549-4F17-B546-5295B38A0DFE}"/>
              </c:ext>
            </c:extLst>
          </c:dPt>
          <c:dLbls>
            <c:dLbl>
              <c:idx val="2"/>
              <c:tx>
                <c:rich>
                  <a:bodyPr rot="0" spcFirstLastPara="1" vertOverflow="ellipsis" vert="horz" wrap="square" lIns="38100" tIns="19050" rIns="38100" bIns="19050" anchor="ctr" anchorCtr="1">
                    <a:spAutoFit/>
                  </a:bodyPr>
                  <a:lstStyle/>
                  <a:p>
                    <a:pPr>
                      <a:defRPr sz="1400" b="0" i="0" u="none" strike="noStrike" kern="1200" baseline="0">
                        <a:solidFill>
                          <a:schemeClr val="accent1"/>
                        </a:solidFill>
                        <a:latin typeface="Aptos" panose="020B0004020202020204" pitchFamily="34" charset="0"/>
                        <a:ea typeface="+mn-ea"/>
                        <a:cs typeface="+mn-cs"/>
                      </a:defRPr>
                    </a:pPr>
                    <a:fld id="{25C13CB1-28EE-43C7-AFC5-AF87FF39E4F7}" type="VALUE">
                      <a:rPr lang="en-US">
                        <a:solidFill>
                          <a:schemeClr val="accent3"/>
                        </a:solidFill>
                        <a:latin typeface="Aptos" panose="020B0004020202020204" pitchFamily="34" charset="0"/>
                      </a:rPr>
                      <a:pPr>
                        <a:defRPr sz="1400" b="0" i="0" u="none" strike="noStrike" kern="1200" baseline="0">
                          <a:solidFill>
                            <a:schemeClr val="accent1"/>
                          </a:solidFill>
                          <a:latin typeface="Aptos" panose="020B0004020202020204" pitchFamily="34" charset="0"/>
                          <a:ea typeface="+mn-ea"/>
                          <a:cs typeface="+mn-cs"/>
                        </a:defRPr>
                      </a:pPr>
                      <a:t>[VALUE]</a:t>
                    </a:fld>
                    <a:endParaRPr lang="en-US"/>
                  </a:p>
                </c:rich>
              </c:tx>
              <c:spPr>
                <a:noFill/>
                <a:ln>
                  <a:noFill/>
                </a:ln>
                <a:effectLst/>
              </c:sp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549-4F17-B546-5295B38A0DFE}"/>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Aptos" panose="020B0004020202020204" pitchFamily="34"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Label</c:v>
                </c:pt>
                <c:pt idx="1">
                  <c:v>Label</c:v>
                </c:pt>
                <c:pt idx="2">
                  <c:v>Label</c:v>
                </c:pt>
                <c:pt idx="3">
                  <c:v>Label</c:v>
                </c:pt>
                <c:pt idx="4">
                  <c:v>Label</c:v>
                </c:pt>
              </c:strCache>
            </c:strRef>
          </c:cat>
          <c:val>
            <c:numRef>
              <c:f>Sheet1!$B$2:$B$6</c:f>
              <c:numCache>
                <c:formatCode>0.00%</c:formatCode>
                <c:ptCount val="5"/>
                <c:pt idx="0">
                  <c:v>6.2E-2</c:v>
                </c:pt>
                <c:pt idx="1">
                  <c:v>7.1999999999999995E-2</c:v>
                </c:pt>
                <c:pt idx="2">
                  <c:v>9.5000000000000001E-2</c:v>
                </c:pt>
                <c:pt idx="3">
                  <c:v>0.08</c:v>
                </c:pt>
                <c:pt idx="4">
                  <c:v>4.8000000000000001E-2</c:v>
                </c:pt>
              </c:numCache>
            </c:numRef>
          </c:val>
          <c:extLst>
            <c:ext xmlns:c16="http://schemas.microsoft.com/office/drawing/2014/chart" uri="{C3380CC4-5D6E-409C-BE32-E72D297353CC}">
              <c16:uniqueId val="{00000002-1549-4F17-B546-5295B38A0DFE}"/>
            </c:ext>
          </c:extLst>
        </c:ser>
        <c:dLbls>
          <c:showLegendKey val="0"/>
          <c:showVal val="0"/>
          <c:showCatName val="0"/>
          <c:showSerName val="0"/>
          <c:showPercent val="0"/>
          <c:showBubbleSize val="0"/>
        </c:dLbls>
        <c:gapWidth val="52"/>
        <c:axId val="316293376"/>
        <c:axId val="316290240"/>
      </c:barChart>
      <c:catAx>
        <c:axId val="316293376"/>
        <c:scaling>
          <c:orientation val="minMax"/>
        </c:scaling>
        <c:delete val="0"/>
        <c:axPos val="b"/>
        <c:numFmt formatCode="General" sourceLinked="1"/>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316290240"/>
        <c:crosses val="autoZero"/>
        <c:auto val="0"/>
        <c:lblAlgn val="ctr"/>
        <c:lblOffset val="100"/>
        <c:noMultiLvlLbl val="0"/>
      </c:catAx>
      <c:valAx>
        <c:axId val="316290240"/>
        <c:scaling>
          <c:orientation val="minMax"/>
        </c:scaling>
        <c:delete val="1"/>
        <c:axPos val="l"/>
        <c:numFmt formatCode="0.00%" sourceLinked="1"/>
        <c:majorTickMark val="none"/>
        <c:minorTickMark val="none"/>
        <c:tickLblPos val="nextTo"/>
        <c:crossAx val="3162933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540451970299602E-2"/>
          <c:y val="8.7783955520254198E-2"/>
          <c:w val="0.92442130024510905"/>
          <c:h val="0.73595592052184899"/>
        </c:manualLayout>
      </c:layout>
      <c:barChart>
        <c:barDir val="bar"/>
        <c:grouping val="stacked"/>
        <c:varyColors val="0"/>
        <c:ser>
          <c:idx val="0"/>
          <c:order val="0"/>
          <c:tx>
            <c:strRef>
              <c:f>Sheet1!$B$1</c:f>
              <c:strCache>
                <c:ptCount val="1"/>
                <c:pt idx="0">
                  <c:v>Series 1</c:v>
                </c:pt>
              </c:strCache>
            </c:strRef>
          </c:tx>
          <c:spPr>
            <a:solidFill>
              <a:schemeClr val="accent1"/>
            </a:solidFill>
            <a:ln>
              <a:noFill/>
            </a:ln>
            <a:effectLst/>
          </c:spPr>
          <c:invertIfNegative val="0"/>
          <c:dLbls>
            <c:numFmt formatCode="#,##0.0" sourceLinked="0"/>
            <c:spPr>
              <a:noFill/>
              <a:ln>
                <a:noFill/>
              </a:ln>
              <a:effectLst/>
            </c:spPr>
            <c:txPr>
              <a:bodyPr rot="0" vert="horz"/>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69F-439D-A00E-B749CE871341}"/>
            </c:ext>
          </c:extLst>
        </c:ser>
        <c:ser>
          <c:idx val="1"/>
          <c:order val="1"/>
          <c:tx>
            <c:strRef>
              <c:f>Sheet1!$C$1</c:f>
              <c:strCache>
                <c:ptCount val="1"/>
                <c:pt idx="0">
                  <c:v>Series 2</c:v>
                </c:pt>
              </c:strCache>
            </c:strRef>
          </c:tx>
          <c:spPr>
            <a:solidFill>
              <a:schemeClr val="accent2"/>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69F-439D-A00E-B749CE871341}"/>
            </c:ext>
          </c:extLst>
        </c:ser>
        <c:ser>
          <c:idx val="2"/>
          <c:order val="2"/>
          <c:tx>
            <c:strRef>
              <c:f>Sheet1!$D$1</c:f>
              <c:strCache>
                <c:ptCount val="1"/>
                <c:pt idx="0">
                  <c:v>Series 3</c:v>
                </c:pt>
              </c:strCache>
            </c:strRef>
          </c:tx>
          <c:spPr>
            <a:solidFill>
              <a:schemeClr val="accent3"/>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69F-439D-A00E-B749CE871341}"/>
            </c:ext>
          </c:extLst>
        </c:ser>
        <c:ser>
          <c:idx val="3"/>
          <c:order val="3"/>
          <c:tx>
            <c:strRef>
              <c:f>Sheet1!$E$1</c:f>
              <c:strCache>
                <c:ptCount val="1"/>
                <c:pt idx="0">
                  <c:v>Series 4</c:v>
                </c:pt>
              </c:strCache>
            </c:strRef>
          </c:tx>
          <c:spPr>
            <a:solidFill>
              <a:schemeClr val="accent4"/>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Sheet1!$E$2:$E$5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3-469F-439D-A00E-B749CE871341}"/>
            </c:ext>
          </c:extLst>
        </c:ser>
        <c:ser>
          <c:idx val="4"/>
          <c:order val="4"/>
          <c:tx>
            <c:strRef>
              <c:f>Sheet1!$F$1</c:f>
              <c:strCache>
                <c:ptCount val="1"/>
                <c:pt idx="0">
                  <c:v>Series 5</c:v>
                </c:pt>
              </c:strCache>
            </c:strRef>
          </c:tx>
          <c:spPr>
            <a:solidFill>
              <a:schemeClr val="accent5"/>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Sheet1!$F$2:$F$5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4-469F-439D-A00E-B749CE871341}"/>
            </c:ext>
          </c:extLst>
        </c:ser>
        <c:ser>
          <c:idx val="5"/>
          <c:order val="5"/>
          <c:tx>
            <c:strRef>
              <c:f>Sheet1!$G$1</c:f>
              <c:strCache>
                <c:ptCount val="1"/>
                <c:pt idx="0">
                  <c:v>Series 6</c:v>
                </c:pt>
              </c:strCache>
            </c:strRef>
          </c:tx>
          <c:spPr>
            <a:solidFill>
              <a:schemeClr val="accent6"/>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Sheet1!$G$2:$G$5</c:f>
              <c:numCache>
                <c:formatCode>General</c:formatCode>
                <c:ptCount val="4"/>
                <c:pt idx="0">
                  <c:v>1.1000000000000001</c:v>
                </c:pt>
                <c:pt idx="1">
                  <c:v>1</c:v>
                </c:pt>
                <c:pt idx="2">
                  <c:v>1.5</c:v>
                </c:pt>
                <c:pt idx="3">
                  <c:v>2</c:v>
                </c:pt>
              </c:numCache>
            </c:numRef>
          </c:val>
          <c:extLst>
            <c:ext xmlns:c16="http://schemas.microsoft.com/office/drawing/2014/chart" uri="{C3380CC4-5D6E-409C-BE32-E72D297353CC}">
              <c16:uniqueId val="{00000005-469F-439D-A00E-B749CE871341}"/>
            </c:ext>
          </c:extLst>
        </c:ser>
        <c:ser>
          <c:idx val="6"/>
          <c:order val="6"/>
          <c:tx>
            <c:strRef>
              <c:f>Sheet1!$H$1</c:f>
              <c:strCache>
                <c:ptCount val="1"/>
                <c:pt idx="0">
                  <c:v>Series 7</c:v>
                </c:pt>
              </c:strCache>
            </c:strRef>
          </c:tx>
          <c:spPr>
            <a:solidFill>
              <a:schemeClr val="bg2"/>
            </a:solidFill>
            <a:ln>
              <a:noFill/>
            </a:ln>
            <a:effectLst/>
          </c:spPr>
          <c:invertIfNegative val="0"/>
          <c:dLbls>
            <c:numFmt formatCode="#,##0.0" sourceLinked="0"/>
            <c:spPr>
              <a:noFill/>
              <a:ln>
                <a:noFill/>
              </a:ln>
              <a:effectLst/>
            </c:spPr>
            <c:txPr>
              <a:bodyPr rot="0" vert="horz"/>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North</c:v>
                </c:pt>
                <c:pt idx="1">
                  <c:v>South</c:v>
                </c:pt>
                <c:pt idx="2">
                  <c:v>East</c:v>
                </c:pt>
                <c:pt idx="3">
                  <c:v>West</c:v>
                </c:pt>
              </c:strCache>
            </c:strRef>
          </c:cat>
          <c:val>
            <c:numRef>
              <c:f>Sheet1!$H$2:$H$5</c:f>
              <c:numCache>
                <c:formatCode>General</c:formatCode>
                <c:ptCount val="4"/>
                <c:pt idx="0">
                  <c:v>1.2</c:v>
                </c:pt>
                <c:pt idx="1">
                  <c:v>2.1</c:v>
                </c:pt>
                <c:pt idx="2">
                  <c:v>1.2</c:v>
                </c:pt>
                <c:pt idx="3">
                  <c:v>1.5</c:v>
                </c:pt>
              </c:numCache>
            </c:numRef>
          </c:val>
          <c:extLst>
            <c:ext xmlns:c16="http://schemas.microsoft.com/office/drawing/2014/chart" uri="{C3380CC4-5D6E-409C-BE32-E72D297353CC}">
              <c16:uniqueId val="{00000006-469F-439D-A00E-B749CE871341}"/>
            </c:ext>
          </c:extLst>
        </c:ser>
        <c:dLbls>
          <c:dLblPos val="ctr"/>
          <c:showLegendKey val="0"/>
          <c:showVal val="1"/>
          <c:showCatName val="0"/>
          <c:showSerName val="0"/>
          <c:showPercent val="0"/>
          <c:showBubbleSize val="0"/>
        </c:dLbls>
        <c:gapWidth val="104"/>
        <c:overlap val="100"/>
        <c:axId val="316287104"/>
        <c:axId val="316287888"/>
      </c:barChart>
      <c:catAx>
        <c:axId val="3162871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316287888"/>
        <c:crosses val="autoZero"/>
        <c:auto val="1"/>
        <c:lblAlgn val="ctr"/>
        <c:lblOffset val="100"/>
        <c:noMultiLvlLbl val="0"/>
      </c:catAx>
      <c:valAx>
        <c:axId val="316287888"/>
        <c:scaling>
          <c:orientation val="minMax"/>
        </c:scaling>
        <c:delete val="0"/>
        <c:axPos val="b"/>
        <c:majorGridlines>
          <c:spPr>
            <a:ln w="3175" cap="flat" cmpd="sng" algn="ctr">
              <a:solidFill>
                <a:schemeClr val="tx2"/>
              </a:solidFill>
              <a:round/>
            </a:ln>
            <a:effectLst/>
          </c:spPr>
        </c:majorGridlines>
        <c:numFmt formatCode="General" sourceLinked="1"/>
        <c:majorTickMark val="none"/>
        <c:minorTickMark val="none"/>
        <c:tickLblPos val="nextTo"/>
        <c:spPr>
          <a:noFill/>
          <a:ln w="3175">
            <a:solidFill>
              <a:schemeClr val="tx2"/>
            </a:solidFill>
          </a:ln>
          <a:effectLst/>
        </c:spPr>
        <c:txPr>
          <a:bodyPr rot="-60000000" vert="horz"/>
          <a:lstStyle/>
          <a:p>
            <a:pPr>
              <a:defRPr/>
            </a:pPr>
            <a:endParaRPr lang="en-US"/>
          </a:p>
        </c:txPr>
        <c:crossAx val="316287104"/>
        <c:crosses val="autoZero"/>
        <c:crossBetween val="between"/>
      </c:valAx>
      <c:spPr>
        <a:noFill/>
        <a:ln>
          <a:noFill/>
        </a:ln>
        <a:effectLst/>
      </c:spPr>
    </c:plotArea>
    <c:legend>
      <c:legendPos val="b"/>
      <c:layout>
        <c:manualLayout>
          <c:xMode val="edge"/>
          <c:yMode val="edge"/>
          <c:x val="0.11863422264090578"/>
          <c:y val="0.90844274393295366"/>
          <c:w val="0.80189826328721503"/>
          <c:h val="5.3472759908188602E-2"/>
        </c:manualLayout>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196123147092"/>
          <c:y val="3.41028062516808E-3"/>
          <c:w val="0.83580387685290802"/>
          <c:h val="0.80467712782923595"/>
        </c:manualLayout>
      </c:layout>
      <c:barChart>
        <c:barDir val="bar"/>
        <c:grouping val="stacked"/>
        <c:varyColors val="0"/>
        <c:ser>
          <c:idx val="0"/>
          <c:order val="0"/>
          <c:tx>
            <c:strRef>
              <c:f>Sheet1!$B$1</c:f>
              <c:strCache>
                <c:ptCount val="1"/>
                <c:pt idx="0">
                  <c:v>Left</c:v>
                </c:pt>
              </c:strCache>
            </c:strRef>
          </c:tx>
          <c:spPr>
            <a:solidFill>
              <a:schemeClr val="accent1"/>
            </a:solidFill>
            <a:ln>
              <a:noFill/>
            </a:ln>
            <a:effectLst/>
          </c:spPr>
          <c:invertIfNegative val="0"/>
          <c:dLbls>
            <c:numFmt formatCode="#,##0.0" sourceLinked="0"/>
            <c:spPr>
              <a:noFill/>
              <a:ln>
                <a:noFill/>
              </a:ln>
              <a:effectLst/>
            </c:spPr>
            <c:txPr>
              <a:bodyPr rot="0" vert="horz"/>
              <a:lstStyle/>
              <a:p>
                <a:pPr>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Series 1</c:v>
                </c:pt>
                <c:pt idx="1">
                  <c:v>Series 2</c:v>
                </c:pt>
                <c:pt idx="2">
                  <c:v>Series 3</c:v>
                </c:pt>
                <c:pt idx="3">
                  <c:v>Series 4</c:v>
                </c:pt>
                <c:pt idx="4">
                  <c:v>Series 5</c:v>
                </c:pt>
                <c:pt idx="5">
                  <c:v>Series 6</c:v>
                </c:pt>
                <c:pt idx="6">
                  <c:v>Series 7</c:v>
                </c:pt>
                <c:pt idx="7">
                  <c:v>Series 8</c:v>
                </c:pt>
              </c:strCache>
            </c:strRef>
          </c:cat>
          <c:val>
            <c:numRef>
              <c:f>Sheet1!$B$2:$B$9</c:f>
              <c:numCache>
                <c:formatCode>General</c:formatCode>
                <c:ptCount val="8"/>
                <c:pt idx="0">
                  <c:v>-5</c:v>
                </c:pt>
                <c:pt idx="1">
                  <c:v>-4.5</c:v>
                </c:pt>
                <c:pt idx="2">
                  <c:v>-4</c:v>
                </c:pt>
                <c:pt idx="3">
                  <c:v>-3.5</c:v>
                </c:pt>
                <c:pt idx="4">
                  <c:v>-3</c:v>
                </c:pt>
                <c:pt idx="5">
                  <c:v>-2.5</c:v>
                </c:pt>
                <c:pt idx="6">
                  <c:v>-2</c:v>
                </c:pt>
                <c:pt idx="7">
                  <c:v>-1.5</c:v>
                </c:pt>
              </c:numCache>
            </c:numRef>
          </c:val>
          <c:extLst>
            <c:ext xmlns:c16="http://schemas.microsoft.com/office/drawing/2014/chart" uri="{C3380CC4-5D6E-409C-BE32-E72D297353CC}">
              <c16:uniqueId val="{00000000-B669-4B78-AAAF-99D25ACC74F8}"/>
            </c:ext>
          </c:extLst>
        </c:ser>
        <c:ser>
          <c:idx val="1"/>
          <c:order val="1"/>
          <c:tx>
            <c:strRef>
              <c:f>Sheet1!$C$1</c:f>
              <c:strCache>
                <c:ptCount val="1"/>
                <c:pt idx="0">
                  <c:v>Right</c:v>
                </c:pt>
              </c:strCache>
            </c:strRef>
          </c:tx>
          <c:spPr>
            <a:solidFill>
              <a:schemeClr val="accent4"/>
            </a:solidFill>
            <a:ln>
              <a:noFill/>
            </a:ln>
            <a:effectLst/>
          </c:spPr>
          <c:invertIfNegative val="0"/>
          <c:dLbls>
            <c:numFmt formatCode="#,##0.0" sourceLinked="0"/>
            <c:spPr>
              <a:noFill/>
              <a:ln>
                <a:noFill/>
              </a:ln>
              <a:effectLst/>
            </c:spPr>
            <c:txPr>
              <a:bodyPr rot="0" vert="horz"/>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Series 1</c:v>
                </c:pt>
                <c:pt idx="1">
                  <c:v>Series 2</c:v>
                </c:pt>
                <c:pt idx="2">
                  <c:v>Series 3</c:v>
                </c:pt>
                <c:pt idx="3">
                  <c:v>Series 4</c:v>
                </c:pt>
                <c:pt idx="4">
                  <c:v>Series 5</c:v>
                </c:pt>
                <c:pt idx="5">
                  <c:v>Series 6</c:v>
                </c:pt>
                <c:pt idx="6">
                  <c:v>Series 7</c:v>
                </c:pt>
                <c:pt idx="7">
                  <c:v>Series 8</c:v>
                </c:pt>
              </c:strCache>
            </c:strRef>
          </c:cat>
          <c:val>
            <c:numRef>
              <c:f>Sheet1!$C$2:$C$9</c:f>
              <c:numCache>
                <c:formatCode>General</c:formatCode>
                <c:ptCount val="8"/>
                <c:pt idx="0">
                  <c:v>5</c:v>
                </c:pt>
                <c:pt idx="1">
                  <c:v>4.5</c:v>
                </c:pt>
                <c:pt idx="2">
                  <c:v>4</c:v>
                </c:pt>
                <c:pt idx="3">
                  <c:v>3.5</c:v>
                </c:pt>
                <c:pt idx="4">
                  <c:v>3</c:v>
                </c:pt>
                <c:pt idx="5">
                  <c:v>2.5</c:v>
                </c:pt>
                <c:pt idx="6">
                  <c:v>2</c:v>
                </c:pt>
                <c:pt idx="7">
                  <c:v>1.5</c:v>
                </c:pt>
              </c:numCache>
            </c:numRef>
          </c:val>
          <c:extLst>
            <c:ext xmlns:c16="http://schemas.microsoft.com/office/drawing/2014/chart" uri="{C3380CC4-5D6E-409C-BE32-E72D297353CC}">
              <c16:uniqueId val="{00000001-B669-4B78-AAAF-99D25ACC74F8}"/>
            </c:ext>
          </c:extLst>
        </c:ser>
        <c:dLbls>
          <c:dLblPos val="ctr"/>
          <c:showLegendKey val="0"/>
          <c:showVal val="1"/>
          <c:showCatName val="0"/>
          <c:showSerName val="0"/>
          <c:showPercent val="0"/>
          <c:showBubbleSize val="0"/>
        </c:dLbls>
        <c:gapWidth val="111"/>
        <c:overlap val="100"/>
        <c:axId val="316289064"/>
        <c:axId val="316291808"/>
      </c:barChart>
      <c:catAx>
        <c:axId val="316289064"/>
        <c:scaling>
          <c:orientation val="maxMin"/>
        </c:scaling>
        <c:delete val="0"/>
        <c:axPos val="l"/>
        <c:numFmt formatCode="General" sourceLinked="1"/>
        <c:majorTickMark val="none"/>
        <c:minorTickMark val="none"/>
        <c:tickLblPos val="none"/>
        <c:spPr>
          <a:solidFill>
            <a:schemeClr val="tx2"/>
          </a:solidFill>
          <a:ln w="9525" cap="flat" cmpd="sng" algn="ctr">
            <a:solidFill>
              <a:schemeClr val="tx2"/>
            </a:solidFill>
            <a:round/>
          </a:ln>
          <a:effectLst/>
        </c:spPr>
        <c:txPr>
          <a:bodyPr rot="0"/>
          <a:lstStyle/>
          <a:p>
            <a:pPr>
              <a:defRPr/>
            </a:pPr>
            <a:endParaRPr lang="en-US"/>
          </a:p>
        </c:txPr>
        <c:crossAx val="316291808"/>
        <c:crossesAt val="0"/>
        <c:auto val="0"/>
        <c:lblAlgn val="ctr"/>
        <c:lblOffset val="100"/>
        <c:noMultiLvlLbl val="0"/>
      </c:catAx>
      <c:valAx>
        <c:axId val="316291808"/>
        <c:scaling>
          <c:orientation val="minMax"/>
        </c:scaling>
        <c:delete val="0"/>
        <c:axPos val="b"/>
        <c:majorGridlines>
          <c:spPr>
            <a:ln w="3175" cap="flat" cmpd="sng" algn="ctr">
              <a:solidFill>
                <a:schemeClr val="tx2"/>
              </a:solidFill>
              <a:round/>
            </a:ln>
            <a:effectLst/>
          </c:spPr>
        </c:majorGridlines>
        <c:numFmt formatCode="General" sourceLinked="1"/>
        <c:majorTickMark val="none"/>
        <c:minorTickMark val="none"/>
        <c:tickLblPos val="none"/>
        <c:spPr>
          <a:noFill/>
          <a:ln w="3175">
            <a:solidFill>
              <a:schemeClr val="tx2"/>
            </a:solidFill>
          </a:ln>
          <a:effectLst/>
        </c:spPr>
        <c:txPr>
          <a:bodyPr rot="-60000000" vert="horz"/>
          <a:lstStyle/>
          <a:p>
            <a:pPr>
              <a:defRPr/>
            </a:pPr>
            <a:endParaRPr lang="en-US"/>
          </a:p>
        </c:txPr>
        <c:crossAx val="316289064"/>
        <c:crosses val="max"/>
        <c:crossBetween val="between"/>
      </c:valAx>
      <c:spPr>
        <a:noFill/>
        <a:ln>
          <a:noFill/>
        </a:ln>
        <a:effectLst/>
      </c:spPr>
    </c:plotArea>
    <c:legend>
      <c:legendPos val="b"/>
      <c:layout>
        <c:manualLayout>
          <c:xMode val="edge"/>
          <c:yMode val="edge"/>
          <c:x val="0.47564095918203181"/>
          <c:y val="0.85708306359526554"/>
          <c:w val="0.208266716238624"/>
          <c:h val="5.3472759908188602E-2"/>
        </c:manualLayout>
      </c:layout>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8873605736569098E-2"/>
          <c:y val="9.5796999827576307E-2"/>
          <c:w val="0.93440271505400496"/>
          <c:h val="0.72931524800275904"/>
        </c:manualLayout>
      </c:layout>
      <c:lineChart>
        <c:grouping val="standard"/>
        <c:varyColors val="0"/>
        <c:ser>
          <c:idx val="0"/>
          <c:order val="0"/>
          <c:tx>
            <c:strRef>
              <c:f>Sheet1!$B$1</c:f>
              <c:strCache>
                <c:ptCount val="1"/>
                <c:pt idx="0">
                  <c:v>Construction</c:v>
                </c:pt>
              </c:strCache>
            </c:strRef>
          </c:tx>
          <c:spPr>
            <a:ln w="28575" cap="rnd">
              <a:solidFill>
                <a:schemeClr val="accent1"/>
              </a:solidFill>
              <a:round/>
            </a:ln>
            <a:effectLst/>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38</c:v>
                </c:pt>
                <c:pt idx="1">
                  <c:v>46</c:v>
                </c:pt>
                <c:pt idx="2">
                  <c:v>48</c:v>
                </c:pt>
                <c:pt idx="3">
                  <c:v>68</c:v>
                </c:pt>
                <c:pt idx="4">
                  <c:v>50</c:v>
                </c:pt>
                <c:pt idx="5">
                  <c:v>49</c:v>
                </c:pt>
                <c:pt idx="6">
                  <c:v>48</c:v>
                </c:pt>
                <c:pt idx="7">
                  <c:v>57</c:v>
                </c:pt>
                <c:pt idx="8">
                  <c:v>52</c:v>
                </c:pt>
                <c:pt idx="9">
                  <c:v>87</c:v>
                </c:pt>
                <c:pt idx="10">
                  <c:v>85</c:v>
                </c:pt>
                <c:pt idx="11">
                  <c:v>82</c:v>
                </c:pt>
              </c:numCache>
            </c:numRef>
          </c:val>
          <c:smooth val="0"/>
          <c:extLst>
            <c:ext xmlns:c16="http://schemas.microsoft.com/office/drawing/2014/chart" uri="{C3380CC4-5D6E-409C-BE32-E72D297353CC}">
              <c16:uniqueId val="{00000000-0954-478E-A90D-DD8059B520A5}"/>
            </c:ext>
          </c:extLst>
        </c:ser>
        <c:ser>
          <c:idx val="1"/>
          <c:order val="1"/>
          <c:tx>
            <c:strRef>
              <c:f>Sheet1!$C$1</c:f>
              <c:strCache>
                <c:ptCount val="1"/>
                <c:pt idx="0">
                  <c:v>Financial Services</c:v>
                </c:pt>
              </c:strCache>
            </c:strRef>
          </c:tx>
          <c:spPr>
            <a:ln w="28575" cap="rnd">
              <a:solidFill>
                <a:schemeClr val="accent2"/>
              </a:solidFill>
              <a:round/>
            </a:ln>
            <a:effectLst/>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0">
                  <c:v>20</c:v>
                </c:pt>
                <c:pt idx="1">
                  <c:v>23</c:v>
                </c:pt>
                <c:pt idx="2">
                  <c:v>28</c:v>
                </c:pt>
                <c:pt idx="3">
                  <c:v>21</c:v>
                </c:pt>
                <c:pt idx="4">
                  <c:v>30</c:v>
                </c:pt>
                <c:pt idx="5">
                  <c:v>28</c:v>
                </c:pt>
                <c:pt idx="6">
                  <c:v>26</c:v>
                </c:pt>
                <c:pt idx="7">
                  <c:v>40</c:v>
                </c:pt>
                <c:pt idx="8">
                  <c:v>32</c:v>
                </c:pt>
                <c:pt idx="9">
                  <c:v>38</c:v>
                </c:pt>
                <c:pt idx="10">
                  <c:v>37</c:v>
                </c:pt>
                <c:pt idx="11">
                  <c:v>36</c:v>
                </c:pt>
              </c:numCache>
            </c:numRef>
          </c:val>
          <c:smooth val="0"/>
          <c:extLst>
            <c:ext xmlns:c16="http://schemas.microsoft.com/office/drawing/2014/chart" uri="{C3380CC4-5D6E-409C-BE32-E72D297353CC}">
              <c16:uniqueId val="{00000001-0954-478E-A90D-DD8059B520A5}"/>
            </c:ext>
          </c:extLst>
        </c:ser>
        <c:ser>
          <c:idx val="2"/>
          <c:order val="2"/>
          <c:tx>
            <c:strRef>
              <c:f>Sheet1!$D$1</c:f>
              <c:strCache>
                <c:ptCount val="1"/>
                <c:pt idx="0">
                  <c:v>Healthcare</c:v>
                </c:pt>
              </c:strCache>
            </c:strRef>
          </c:tx>
          <c:spPr>
            <a:ln w="28575" cap="rnd">
              <a:solidFill>
                <a:schemeClr val="accent3"/>
              </a:solidFill>
              <a:round/>
            </a:ln>
            <a:effectLst/>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0">
                  <c:v>18</c:v>
                </c:pt>
                <c:pt idx="1">
                  <c:v>25</c:v>
                </c:pt>
                <c:pt idx="2">
                  <c:v>34</c:v>
                </c:pt>
                <c:pt idx="3">
                  <c:v>97</c:v>
                </c:pt>
                <c:pt idx="4">
                  <c:v>40</c:v>
                </c:pt>
                <c:pt idx="5">
                  <c:v>37</c:v>
                </c:pt>
                <c:pt idx="6">
                  <c:v>36</c:v>
                </c:pt>
                <c:pt idx="7">
                  <c:v>60</c:v>
                </c:pt>
                <c:pt idx="8">
                  <c:v>39</c:v>
                </c:pt>
                <c:pt idx="9">
                  <c:v>44</c:v>
                </c:pt>
                <c:pt idx="10">
                  <c:v>61</c:v>
                </c:pt>
                <c:pt idx="11">
                  <c:v>62</c:v>
                </c:pt>
              </c:numCache>
            </c:numRef>
          </c:val>
          <c:smooth val="0"/>
          <c:extLst>
            <c:ext xmlns:c16="http://schemas.microsoft.com/office/drawing/2014/chart" uri="{C3380CC4-5D6E-409C-BE32-E72D297353CC}">
              <c16:uniqueId val="{00000002-0954-478E-A90D-DD8059B520A5}"/>
            </c:ext>
          </c:extLst>
        </c:ser>
        <c:ser>
          <c:idx val="3"/>
          <c:order val="3"/>
          <c:tx>
            <c:strRef>
              <c:f>Sheet1!$E$1</c:f>
              <c:strCache>
                <c:ptCount val="1"/>
                <c:pt idx="0">
                  <c:v>Transportation</c:v>
                </c:pt>
              </c:strCache>
            </c:strRef>
          </c:tx>
          <c:spPr>
            <a:ln w="28575"/>
          </c:spPr>
          <c:marker>
            <c:symbol val="none"/>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Sheet1!$E$2:$E$13</c:f>
              <c:numCache>
                <c:formatCode>General</c:formatCode>
                <c:ptCount val="12"/>
                <c:pt idx="0">
                  <c:v>14</c:v>
                </c:pt>
                <c:pt idx="1">
                  <c:v>16</c:v>
                </c:pt>
                <c:pt idx="2">
                  <c:v>18</c:v>
                </c:pt>
                <c:pt idx="3">
                  <c:v>10</c:v>
                </c:pt>
                <c:pt idx="4">
                  <c:v>18</c:v>
                </c:pt>
                <c:pt idx="5">
                  <c:v>20</c:v>
                </c:pt>
                <c:pt idx="6">
                  <c:v>24</c:v>
                </c:pt>
                <c:pt idx="7">
                  <c:v>26</c:v>
                </c:pt>
                <c:pt idx="8">
                  <c:v>24</c:v>
                </c:pt>
                <c:pt idx="9">
                  <c:v>30</c:v>
                </c:pt>
                <c:pt idx="10">
                  <c:v>17</c:v>
                </c:pt>
                <c:pt idx="11">
                  <c:v>19</c:v>
                </c:pt>
              </c:numCache>
            </c:numRef>
          </c:val>
          <c:smooth val="0"/>
          <c:extLst>
            <c:ext xmlns:c16="http://schemas.microsoft.com/office/drawing/2014/chart" uri="{C3380CC4-5D6E-409C-BE32-E72D297353CC}">
              <c16:uniqueId val="{00000003-0954-478E-A90D-DD8059B520A5}"/>
            </c:ext>
          </c:extLst>
        </c:ser>
        <c:dLbls>
          <c:showLegendKey val="0"/>
          <c:showVal val="0"/>
          <c:showCatName val="0"/>
          <c:showSerName val="0"/>
          <c:showPercent val="0"/>
          <c:showBubbleSize val="0"/>
        </c:dLbls>
        <c:smooth val="0"/>
        <c:axId val="316290632"/>
        <c:axId val="316289456"/>
      </c:lineChart>
      <c:catAx>
        <c:axId val="316290632"/>
        <c:scaling>
          <c:orientation val="minMax"/>
        </c:scaling>
        <c:delete val="0"/>
        <c:axPos val="b"/>
        <c:numFmt formatCode="General" sourceLinked="1"/>
        <c:majorTickMark val="none"/>
        <c:minorTickMark val="out"/>
        <c:tickLblPos val="nextTo"/>
        <c:spPr>
          <a:noFill/>
          <a:ln w="3175" cap="flat" cmpd="sng" algn="ctr">
            <a:solidFill>
              <a:schemeClr val="tx2"/>
            </a:solidFill>
            <a:round/>
          </a:ln>
          <a:effectLst/>
        </c:spPr>
        <c:txPr>
          <a:bodyPr rot="-60000000" vert="horz"/>
          <a:lstStyle/>
          <a:p>
            <a:pPr>
              <a:defRPr/>
            </a:pPr>
            <a:endParaRPr lang="en-US"/>
          </a:p>
        </c:txPr>
        <c:crossAx val="316289456"/>
        <c:crosses val="autoZero"/>
        <c:auto val="1"/>
        <c:lblAlgn val="ctr"/>
        <c:lblOffset val="100"/>
        <c:noMultiLvlLbl val="0"/>
      </c:catAx>
      <c:valAx>
        <c:axId val="316289456"/>
        <c:scaling>
          <c:orientation val="minMax"/>
        </c:scaling>
        <c:delete val="0"/>
        <c:axPos val="l"/>
        <c:majorGridlines>
          <c:spPr>
            <a:ln w="3175" cap="flat" cmpd="sng" algn="ctr">
              <a:solidFill>
                <a:schemeClr val="tx2"/>
              </a:solidFill>
              <a:round/>
            </a:ln>
            <a:effectLst/>
          </c:spPr>
        </c:majorGridlines>
        <c:numFmt formatCode="General" sourceLinked="1"/>
        <c:majorTickMark val="none"/>
        <c:minorTickMark val="none"/>
        <c:tickLblPos val="nextTo"/>
        <c:spPr>
          <a:noFill/>
          <a:ln>
            <a:noFill/>
          </a:ln>
          <a:effectLst/>
        </c:spPr>
        <c:txPr>
          <a:bodyPr rot="-60000000" vert="horz"/>
          <a:lstStyle/>
          <a:p>
            <a:pPr>
              <a:defRPr/>
            </a:pPr>
            <a:endParaRPr lang="en-US"/>
          </a:p>
        </c:txPr>
        <c:crossAx val="316290632"/>
        <c:crosses val="autoZero"/>
        <c:crossBetween val="between"/>
      </c:valAx>
      <c:spPr>
        <a:noFill/>
        <a:ln>
          <a:noFill/>
        </a:ln>
        <a:effectLst/>
      </c:spPr>
    </c:plotArea>
    <c:legend>
      <c:legendPos val="b"/>
      <c:overlay val="0"/>
      <c:spPr>
        <a:noFill/>
        <a:ln>
          <a:noFill/>
        </a:ln>
        <a:effectLst/>
      </c:spPr>
      <c:txPr>
        <a:bodyPr rot="0" vert="horz"/>
        <a:lstStyle/>
        <a:p>
          <a:pPr>
            <a:defRPr/>
          </a:pPr>
          <a:endParaRPr lang="en-US"/>
        </a:p>
      </c:txPr>
    </c:legend>
    <c:plotVisOnly val="1"/>
    <c:dispBlanksAs val="gap"/>
    <c:showDLblsOverMax val="0"/>
  </c:chart>
  <c:spPr>
    <a:noFill/>
    <a:ln>
      <a:noFill/>
    </a:ln>
    <a:effectLst/>
  </c:spPr>
  <c:txPr>
    <a:bodyPr/>
    <a:lstStyle/>
    <a:p>
      <a:pPr>
        <a:defRPr sz="900">
          <a:solidFill>
            <a:schemeClr val="tx1"/>
          </a:solidFill>
          <a:latin typeface="Aptos" panose="020B000402020202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225859185980198E-2"/>
          <c:y val="1.7518014411529201E-2"/>
          <c:w val="0.88650360418429197"/>
          <c:h val="0.74014562831367503"/>
        </c:manualLayout>
      </c:layout>
      <c:lineChart>
        <c:grouping val="standard"/>
        <c:varyColors val="0"/>
        <c:ser>
          <c:idx val="0"/>
          <c:order val="0"/>
          <c:tx>
            <c:strRef>
              <c:f>Sheet1!$A$2</c:f>
              <c:strCache>
                <c:ptCount val="1"/>
                <c:pt idx="0">
                  <c:v>Line 1</c:v>
                </c:pt>
              </c:strCache>
            </c:strRef>
          </c:tx>
          <c:spPr>
            <a:ln w="28575" cap="rnd">
              <a:solidFill>
                <a:schemeClr val="accent1"/>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Sheet1!$B$2:$H$2</c:f>
              <c:numCache>
                <c:formatCode>General</c:formatCode>
                <c:ptCount val="7"/>
                <c:pt idx="0">
                  <c:v>4.3</c:v>
                </c:pt>
                <c:pt idx="1">
                  <c:v>2.5</c:v>
                </c:pt>
                <c:pt idx="2">
                  <c:v>3.5</c:v>
                </c:pt>
                <c:pt idx="3">
                  <c:v>4.5</c:v>
                </c:pt>
                <c:pt idx="4">
                  <c:v>6</c:v>
                </c:pt>
                <c:pt idx="5">
                  <c:v>4</c:v>
                </c:pt>
                <c:pt idx="6">
                  <c:v>3</c:v>
                </c:pt>
              </c:numCache>
            </c:numRef>
          </c:val>
          <c:smooth val="0"/>
          <c:extLst>
            <c:ext xmlns:c16="http://schemas.microsoft.com/office/drawing/2014/chart" uri="{C3380CC4-5D6E-409C-BE32-E72D297353CC}">
              <c16:uniqueId val="{00000000-861F-4256-B61E-64124BD59B43}"/>
            </c:ext>
          </c:extLst>
        </c:ser>
        <c:ser>
          <c:idx val="1"/>
          <c:order val="1"/>
          <c:tx>
            <c:strRef>
              <c:f>Sheet1!$A$3</c:f>
              <c:strCache>
                <c:ptCount val="1"/>
                <c:pt idx="0">
                  <c:v>Line 2</c:v>
                </c:pt>
              </c:strCache>
            </c:strRef>
          </c:tx>
          <c:spPr>
            <a:ln w="28575" cap="rnd">
              <a:solidFill>
                <a:schemeClr val="accent2"/>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Sheet1!$B$3:$H$3</c:f>
              <c:numCache>
                <c:formatCode>General</c:formatCode>
                <c:ptCount val="7"/>
                <c:pt idx="0">
                  <c:v>2.4</c:v>
                </c:pt>
                <c:pt idx="1">
                  <c:v>4.4000000000000004</c:v>
                </c:pt>
                <c:pt idx="2">
                  <c:v>1.8</c:v>
                </c:pt>
                <c:pt idx="3">
                  <c:v>2.8</c:v>
                </c:pt>
                <c:pt idx="4">
                  <c:v>2.5</c:v>
                </c:pt>
                <c:pt idx="5">
                  <c:v>2.2000000000000002</c:v>
                </c:pt>
                <c:pt idx="6">
                  <c:v>1.6</c:v>
                </c:pt>
              </c:numCache>
            </c:numRef>
          </c:val>
          <c:smooth val="0"/>
          <c:extLst>
            <c:ext xmlns:c16="http://schemas.microsoft.com/office/drawing/2014/chart" uri="{C3380CC4-5D6E-409C-BE32-E72D297353CC}">
              <c16:uniqueId val="{00000001-861F-4256-B61E-64124BD59B43}"/>
            </c:ext>
          </c:extLst>
        </c:ser>
        <c:ser>
          <c:idx val="2"/>
          <c:order val="2"/>
          <c:tx>
            <c:strRef>
              <c:f>Sheet1!$A$4</c:f>
              <c:strCache>
                <c:ptCount val="1"/>
                <c:pt idx="0">
                  <c:v>Line 3</c:v>
                </c:pt>
              </c:strCache>
            </c:strRef>
          </c:tx>
          <c:spPr>
            <a:ln w="28575" cap="rnd">
              <a:solidFill>
                <a:schemeClr val="accent3"/>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Sheet1!$B$4:$H$4</c:f>
              <c:numCache>
                <c:formatCode>General</c:formatCode>
                <c:ptCount val="7"/>
                <c:pt idx="0">
                  <c:v>2</c:v>
                </c:pt>
                <c:pt idx="1">
                  <c:v>2</c:v>
                </c:pt>
                <c:pt idx="2">
                  <c:v>3</c:v>
                </c:pt>
                <c:pt idx="3">
                  <c:v>5</c:v>
                </c:pt>
                <c:pt idx="4">
                  <c:v>4.5</c:v>
                </c:pt>
                <c:pt idx="5">
                  <c:v>5</c:v>
                </c:pt>
                <c:pt idx="6">
                  <c:v>4.5</c:v>
                </c:pt>
              </c:numCache>
            </c:numRef>
          </c:val>
          <c:smooth val="0"/>
          <c:extLst>
            <c:ext xmlns:c16="http://schemas.microsoft.com/office/drawing/2014/chart" uri="{C3380CC4-5D6E-409C-BE32-E72D297353CC}">
              <c16:uniqueId val="{00000002-861F-4256-B61E-64124BD59B43}"/>
            </c:ext>
          </c:extLst>
        </c:ser>
        <c:ser>
          <c:idx val="3"/>
          <c:order val="3"/>
          <c:tx>
            <c:strRef>
              <c:f>Sheet1!$A$5</c:f>
              <c:strCache>
                <c:ptCount val="1"/>
                <c:pt idx="0">
                  <c:v>Line 4</c:v>
                </c:pt>
              </c:strCache>
            </c:strRef>
          </c:tx>
          <c:spPr>
            <a:ln w="28575" cap="rnd">
              <a:solidFill>
                <a:schemeClr val="accent4"/>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Sheet1!$B$5:$H$5</c:f>
              <c:numCache>
                <c:formatCode>General</c:formatCode>
                <c:ptCount val="7"/>
                <c:pt idx="0">
                  <c:v>3</c:v>
                </c:pt>
                <c:pt idx="1">
                  <c:v>2.5</c:v>
                </c:pt>
                <c:pt idx="2">
                  <c:v>3.5</c:v>
                </c:pt>
                <c:pt idx="3">
                  <c:v>4</c:v>
                </c:pt>
                <c:pt idx="4">
                  <c:v>4.25</c:v>
                </c:pt>
                <c:pt idx="5">
                  <c:v>4.75</c:v>
                </c:pt>
                <c:pt idx="6">
                  <c:v>3</c:v>
                </c:pt>
              </c:numCache>
            </c:numRef>
          </c:val>
          <c:smooth val="0"/>
          <c:extLst>
            <c:ext xmlns:c16="http://schemas.microsoft.com/office/drawing/2014/chart" uri="{C3380CC4-5D6E-409C-BE32-E72D297353CC}">
              <c16:uniqueId val="{00000003-861F-4256-B61E-64124BD59B43}"/>
            </c:ext>
          </c:extLst>
        </c:ser>
        <c:ser>
          <c:idx val="4"/>
          <c:order val="4"/>
          <c:tx>
            <c:strRef>
              <c:f>Sheet1!$A$6</c:f>
              <c:strCache>
                <c:ptCount val="1"/>
                <c:pt idx="0">
                  <c:v>Line 5</c:v>
                </c:pt>
              </c:strCache>
            </c:strRef>
          </c:tx>
          <c:spPr>
            <a:ln w="28575" cap="rnd">
              <a:solidFill>
                <a:schemeClr val="accent5"/>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Sheet1!$B$6:$H$6</c:f>
              <c:numCache>
                <c:formatCode>General</c:formatCode>
                <c:ptCount val="7"/>
                <c:pt idx="0">
                  <c:v>4.25</c:v>
                </c:pt>
                <c:pt idx="1">
                  <c:v>4</c:v>
                </c:pt>
                <c:pt idx="2">
                  <c:v>3.5</c:v>
                </c:pt>
                <c:pt idx="3">
                  <c:v>2.75</c:v>
                </c:pt>
                <c:pt idx="4">
                  <c:v>3</c:v>
                </c:pt>
                <c:pt idx="5">
                  <c:v>3.5</c:v>
                </c:pt>
                <c:pt idx="6">
                  <c:v>4</c:v>
                </c:pt>
              </c:numCache>
            </c:numRef>
          </c:val>
          <c:smooth val="0"/>
          <c:extLst>
            <c:ext xmlns:c16="http://schemas.microsoft.com/office/drawing/2014/chart" uri="{C3380CC4-5D6E-409C-BE32-E72D297353CC}">
              <c16:uniqueId val="{00000004-861F-4256-B61E-64124BD59B43}"/>
            </c:ext>
          </c:extLst>
        </c:ser>
        <c:ser>
          <c:idx val="5"/>
          <c:order val="5"/>
          <c:tx>
            <c:strRef>
              <c:f>Sheet1!$A$7</c:f>
              <c:strCache>
                <c:ptCount val="1"/>
                <c:pt idx="0">
                  <c:v>Line 6</c:v>
                </c:pt>
              </c:strCache>
            </c:strRef>
          </c:tx>
          <c:spPr>
            <a:ln w="28575" cap="rnd">
              <a:solidFill>
                <a:schemeClr val="accent6"/>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Sheet1!$B$7:$H$7</c:f>
              <c:numCache>
                <c:formatCode>General</c:formatCode>
                <c:ptCount val="7"/>
                <c:pt idx="0">
                  <c:v>5</c:v>
                </c:pt>
                <c:pt idx="1">
                  <c:v>4.5999999999999996</c:v>
                </c:pt>
                <c:pt idx="2">
                  <c:v>4</c:v>
                </c:pt>
                <c:pt idx="3">
                  <c:v>3.5</c:v>
                </c:pt>
                <c:pt idx="4">
                  <c:v>2.75</c:v>
                </c:pt>
                <c:pt idx="5">
                  <c:v>3</c:v>
                </c:pt>
                <c:pt idx="6">
                  <c:v>3.5</c:v>
                </c:pt>
              </c:numCache>
            </c:numRef>
          </c:val>
          <c:smooth val="0"/>
          <c:extLst>
            <c:ext xmlns:c16="http://schemas.microsoft.com/office/drawing/2014/chart" uri="{C3380CC4-5D6E-409C-BE32-E72D297353CC}">
              <c16:uniqueId val="{00000005-861F-4256-B61E-64124BD59B43}"/>
            </c:ext>
          </c:extLst>
        </c:ser>
        <c:ser>
          <c:idx val="6"/>
          <c:order val="6"/>
          <c:tx>
            <c:strRef>
              <c:f>Sheet1!$A$8</c:f>
              <c:strCache>
                <c:ptCount val="1"/>
                <c:pt idx="0">
                  <c:v>Line 7</c:v>
                </c:pt>
              </c:strCache>
            </c:strRef>
          </c:tx>
          <c:spPr>
            <a:ln w="28575" cap="rnd">
              <a:solidFill>
                <a:schemeClr val="accent1">
                  <a:lumMod val="60000"/>
                </a:schemeClr>
              </a:solidFill>
              <a:round/>
            </a:ln>
            <a:effectLst/>
          </c:spPr>
          <c:marker>
            <c:symbol val="none"/>
          </c:marker>
          <c:cat>
            <c:strRef>
              <c:f>Sheet1!$B$1:$H$1</c:f>
              <c:strCache>
                <c:ptCount val="7"/>
                <c:pt idx="0">
                  <c:v>Label</c:v>
                </c:pt>
                <c:pt idx="1">
                  <c:v>Label 2</c:v>
                </c:pt>
                <c:pt idx="2">
                  <c:v>Label 3</c:v>
                </c:pt>
                <c:pt idx="3">
                  <c:v>Label 4</c:v>
                </c:pt>
                <c:pt idx="4">
                  <c:v>Label 5</c:v>
                </c:pt>
                <c:pt idx="5">
                  <c:v>Label 6</c:v>
                </c:pt>
                <c:pt idx="6">
                  <c:v>Label 7</c:v>
                </c:pt>
              </c:strCache>
            </c:strRef>
          </c:cat>
          <c:val>
            <c:numRef>
              <c:f>Sheet1!$B$8:$H$8</c:f>
              <c:numCache>
                <c:formatCode>General</c:formatCode>
                <c:ptCount val="7"/>
                <c:pt idx="0">
                  <c:v>3.5</c:v>
                </c:pt>
                <c:pt idx="1">
                  <c:v>3.7</c:v>
                </c:pt>
                <c:pt idx="2">
                  <c:v>3.2</c:v>
                </c:pt>
                <c:pt idx="3">
                  <c:v>3</c:v>
                </c:pt>
                <c:pt idx="4">
                  <c:v>4</c:v>
                </c:pt>
                <c:pt idx="5">
                  <c:v>2.8</c:v>
                </c:pt>
                <c:pt idx="6">
                  <c:v>4.2</c:v>
                </c:pt>
              </c:numCache>
            </c:numRef>
          </c:val>
          <c:smooth val="0"/>
          <c:extLst>
            <c:ext xmlns:c16="http://schemas.microsoft.com/office/drawing/2014/chart" uri="{C3380CC4-5D6E-409C-BE32-E72D297353CC}">
              <c16:uniqueId val="{00000006-861F-4256-B61E-64124BD59B43}"/>
            </c:ext>
          </c:extLst>
        </c:ser>
        <c:dLbls>
          <c:showLegendKey val="0"/>
          <c:showVal val="0"/>
          <c:showCatName val="0"/>
          <c:showSerName val="0"/>
          <c:showPercent val="0"/>
          <c:showBubbleSize val="0"/>
        </c:dLbls>
        <c:smooth val="0"/>
        <c:axId val="316291024"/>
        <c:axId val="317436952"/>
      </c:lineChart>
      <c:catAx>
        <c:axId val="316291024"/>
        <c:scaling>
          <c:orientation val="minMax"/>
        </c:scaling>
        <c:delete val="0"/>
        <c:axPos val="b"/>
        <c:numFmt formatCode="General" sourceLinked="1"/>
        <c:majorTickMark val="none"/>
        <c:minorTickMark val="none"/>
        <c:tickLblPos val="nextTo"/>
        <c:spPr>
          <a:noFill/>
          <a:ln w="3175" cap="flat" cmpd="sng" algn="ctr">
            <a:solidFill>
              <a:schemeClr val="tx2"/>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317436952"/>
        <c:crosses val="autoZero"/>
        <c:auto val="1"/>
        <c:lblAlgn val="ctr"/>
        <c:lblOffset val="100"/>
        <c:noMultiLvlLbl val="0"/>
      </c:catAx>
      <c:valAx>
        <c:axId val="317436952"/>
        <c:scaling>
          <c:orientation val="minMax"/>
        </c:scaling>
        <c:delete val="0"/>
        <c:axPos val="l"/>
        <c:majorGridlines>
          <c:spPr>
            <a:ln w="3175" cap="flat" cmpd="sng" algn="ctr">
              <a:solidFill>
                <a:schemeClr val="tx2"/>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crossAx val="316291024"/>
        <c:crosses val="autoZero"/>
        <c:crossBetween val="between"/>
      </c:valAx>
      <c:spPr>
        <a:noFill/>
        <a:ln>
          <a:noFill/>
        </a:ln>
        <a:effectLst/>
      </c:spPr>
    </c:plotArea>
    <c:legend>
      <c:legendPos val="b"/>
      <c:layout>
        <c:manualLayout>
          <c:xMode val="edge"/>
          <c:yMode val="edge"/>
          <c:x val="7.7265955247066698E-2"/>
          <c:y val="0.87778670180238705"/>
          <c:w val="0.85188066187421596"/>
          <c:h val="7.7377429502657302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Aptos" panose="020B0004020202020204" pitchFamily="34" charset="0"/>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1986610282608597E-2"/>
          <c:y val="5.3709418173403502E-2"/>
          <c:w val="0.91481314550618498"/>
          <c:h val="0.83803518603065796"/>
        </c:manualLayout>
      </c:layout>
      <c:scatterChart>
        <c:scatterStyle val="lineMarker"/>
        <c:varyColors val="0"/>
        <c:ser>
          <c:idx val="0"/>
          <c:order val="0"/>
          <c:tx>
            <c:strRef>
              <c:f>Sheet1!$B$1</c:f>
              <c:strCache>
                <c:ptCount val="1"/>
                <c:pt idx="0">
                  <c:v>Y values</c:v>
                </c:pt>
              </c:strCache>
            </c:strRef>
          </c:tx>
          <c:spPr>
            <a:ln w="19050" cap="rnd">
              <a:noFill/>
              <a:round/>
            </a:ln>
            <a:effectLst/>
          </c:spPr>
          <c:marker>
            <c:symbol val="square"/>
            <c:size val="5"/>
            <c:spPr>
              <a:solidFill>
                <a:schemeClr val="accent1"/>
              </a:solidFill>
              <a:ln w="38100" cap="sq" cmpd="sng">
                <a:solidFill>
                  <a:schemeClr val="accent1"/>
                </a:solidFill>
                <a:miter lim="800000"/>
              </a:ln>
              <a:effectLst/>
            </c:spPr>
          </c:marker>
          <c:dLbls>
            <c:numFmt formatCode="#,##0.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xVal>
            <c:numRef>
              <c:f>Sheet1!$A$2:$A$12</c:f>
              <c:numCache>
                <c:formatCode>General</c:formatCode>
                <c:ptCount val="11"/>
                <c:pt idx="0">
                  <c:v>20</c:v>
                </c:pt>
                <c:pt idx="1">
                  <c:v>11</c:v>
                </c:pt>
                <c:pt idx="2">
                  <c:v>36</c:v>
                </c:pt>
                <c:pt idx="3">
                  <c:v>48</c:v>
                </c:pt>
                <c:pt idx="4">
                  <c:v>56</c:v>
                </c:pt>
                <c:pt idx="5">
                  <c:v>70</c:v>
                </c:pt>
                <c:pt idx="6">
                  <c:v>10</c:v>
                </c:pt>
                <c:pt idx="7">
                  <c:v>30</c:v>
                </c:pt>
                <c:pt idx="8">
                  <c:v>88</c:v>
                </c:pt>
                <c:pt idx="9">
                  <c:v>22</c:v>
                </c:pt>
                <c:pt idx="10">
                  <c:v>60</c:v>
                </c:pt>
              </c:numCache>
            </c:numRef>
          </c:xVal>
          <c:yVal>
            <c:numRef>
              <c:f>Sheet1!$B$2:$B$12</c:f>
              <c:numCache>
                <c:formatCode>General</c:formatCode>
                <c:ptCount val="11"/>
                <c:pt idx="0">
                  <c:v>20.399999999999999</c:v>
                </c:pt>
                <c:pt idx="1">
                  <c:v>27.4</c:v>
                </c:pt>
                <c:pt idx="2">
                  <c:v>90</c:v>
                </c:pt>
                <c:pt idx="3">
                  <c:v>20.399999999999999</c:v>
                </c:pt>
                <c:pt idx="4">
                  <c:v>85</c:v>
                </c:pt>
                <c:pt idx="5">
                  <c:v>40</c:v>
                </c:pt>
                <c:pt idx="6">
                  <c:v>95</c:v>
                </c:pt>
                <c:pt idx="7">
                  <c:v>60</c:v>
                </c:pt>
                <c:pt idx="8">
                  <c:v>110</c:v>
                </c:pt>
                <c:pt idx="9">
                  <c:v>30</c:v>
                </c:pt>
                <c:pt idx="10">
                  <c:v>105</c:v>
                </c:pt>
              </c:numCache>
            </c:numRef>
          </c:yVal>
          <c:smooth val="0"/>
          <c:extLst>
            <c:ext xmlns:c16="http://schemas.microsoft.com/office/drawing/2014/chart" uri="{C3380CC4-5D6E-409C-BE32-E72D297353CC}">
              <c16:uniqueId val="{00000000-33E0-4997-BF35-0D931E5880A6}"/>
            </c:ext>
          </c:extLst>
        </c:ser>
        <c:dLbls>
          <c:showLegendKey val="0"/>
          <c:showVal val="0"/>
          <c:showCatName val="0"/>
          <c:showSerName val="0"/>
          <c:showPercent val="0"/>
          <c:showBubbleSize val="0"/>
        </c:dLbls>
        <c:axId val="317433032"/>
        <c:axId val="317437736"/>
      </c:scatterChart>
      <c:valAx>
        <c:axId val="317433032"/>
        <c:scaling>
          <c:orientation val="minMax"/>
        </c:scaling>
        <c:delete val="0"/>
        <c:axPos val="b"/>
        <c:numFmt formatCode="General" sourceLinked="1"/>
        <c:majorTickMark val="none"/>
        <c:minorTickMark val="none"/>
        <c:tickLblPos val="nextTo"/>
        <c:spPr>
          <a:noFill/>
          <a:ln w="3175" cap="flat" cmpd="sng" algn="ctr">
            <a:solidFill>
              <a:schemeClr val="tx2"/>
            </a:solidFill>
            <a:round/>
          </a:ln>
          <a:effectLst/>
        </c:spPr>
        <c:txPr>
          <a:bodyPr rot="-60000000" vert="horz"/>
          <a:lstStyle/>
          <a:p>
            <a:pPr>
              <a:defRPr/>
            </a:pPr>
            <a:endParaRPr lang="en-US"/>
          </a:p>
        </c:txPr>
        <c:crossAx val="317437736"/>
        <c:crosses val="autoZero"/>
        <c:crossBetween val="midCat"/>
      </c:valAx>
      <c:valAx>
        <c:axId val="317437736"/>
        <c:scaling>
          <c:orientation val="minMax"/>
        </c:scaling>
        <c:delete val="0"/>
        <c:axPos val="l"/>
        <c:majorGridlines>
          <c:spPr>
            <a:ln w="3175" cap="flat" cmpd="sng" algn="ctr">
              <a:solidFill>
                <a:schemeClr val="tx2"/>
              </a:solidFill>
              <a:round/>
            </a:ln>
            <a:effectLst/>
          </c:spPr>
        </c:majorGridlines>
        <c:numFmt formatCode="General" sourceLinked="1"/>
        <c:majorTickMark val="none"/>
        <c:minorTickMark val="none"/>
        <c:tickLblPos val="nextTo"/>
        <c:spPr>
          <a:noFill/>
          <a:ln w="9525" cap="flat" cmpd="sng" algn="ctr">
            <a:noFill/>
            <a:round/>
          </a:ln>
          <a:effectLst/>
        </c:spPr>
        <c:txPr>
          <a:bodyPr rot="-60000000" vert="horz"/>
          <a:lstStyle/>
          <a:p>
            <a:pPr>
              <a:defRPr/>
            </a:pPr>
            <a:endParaRPr lang="en-US"/>
          </a:p>
        </c:txPr>
        <c:crossAx val="317433032"/>
        <c:crosses val="autoZero"/>
        <c:crossBetween val="midCat"/>
      </c:valAx>
      <c:spPr>
        <a:noFill/>
        <a:ln>
          <a:noFill/>
        </a:ln>
        <a:effectLst/>
      </c:spPr>
    </c:plotArea>
    <c:plotVisOnly val="1"/>
    <c:dispBlanksAs val="gap"/>
    <c:showDLblsOverMax val="0"/>
  </c:chart>
  <c:spPr>
    <a:noFill/>
    <a:ln>
      <a:noFill/>
    </a:ln>
    <a:effectLst/>
  </c:spPr>
  <c:txPr>
    <a:bodyPr/>
    <a:lstStyle/>
    <a:p>
      <a:pPr>
        <a:defRPr>
          <a:latin typeface="Aptos" panose="020B0004020202020204" pitchFamily="34" charset="0"/>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2/11/2025</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2/11/2025</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2</a:t>
            </a:fld>
            <a:endParaRPr lang="en-US" dirty="0"/>
          </a:p>
        </p:txBody>
      </p:sp>
    </p:spTree>
    <p:extLst>
      <p:ext uri="{BB962C8B-B14F-4D97-AF65-F5344CB8AC3E}">
        <p14:creationId xmlns:p14="http://schemas.microsoft.com/office/powerpoint/2010/main" val="3255756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3</a:t>
            </a:fld>
            <a:endParaRPr lang="en-US" dirty="0"/>
          </a:p>
        </p:txBody>
      </p:sp>
    </p:spTree>
    <p:extLst>
      <p:ext uri="{BB962C8B-B14F-4D97-AF65-F5344CB8AC3E}">
        <p14:creationId xmlns:p14="http://schemas.microsoft.com/office/powerpoint/2010/main" val="2832118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a:t>
            </a:fld>
            <a:endParaRPr lang="en-GB"/>
          </a:p>
        </p:txBody>
      </p:sp>
    </p:spTree>
    <p:extLst>
      <p:ext uri="{BB962C8B-B14F-4D97-AF65-F5344CB8AC3E}">
        <p14:creationId xmlns:p14="http://schemas.microsoft.com/office/powerpoint/2010/main" val="186152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7</a:t>
            </a:fld>
            <a:endParaRPr lang="en-GB"/>
          </a:p>
        </p:txBody>
      </p:sp>
    </p:spTree>
    <p:extLst>
      <p:ext uri="{BB962C8B-B14F-4D97-AF65-F5344CB8AC3E}">
        <p14:creationId xmlns:p14="http://schemas.microsoft.com/office/powerpoint/2010/main" val="26635488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8</a:t>
            </a:fld>
            <a:endParaRPr lang="en-GB"/>
          </a:p>
        </p:txBody>
      </p:sp>
    </p:spTree>
    <p:extLst>
      <p:ext uri="{BB962C8B-B14F-4D97-AF65-F5344CB8AC3E}">
        <p14:creationId xmlns:p14="http://schemas.microsoft.com/office/powerpoint/2010/main" val="5937815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10</a:t>
            </a:fld>
            <a:endParaRPr lang="en-US" dirty="0"/>
          </a:p>
        </p:txBody>
      </p:sp>
    </p:spTree>
    <p:extLst>
      <p:ext uri="{BB962C8B-B14F-4D97-AF65-F5344CB8AC3E}">
        <p14:creationId xmlns:p14="http://schemas.microsoft.com/office/powerpoint/2010/main" val="3894341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14</a:t>
            </a:fld>
            <a:endParaRPr lang="en-US" dirty="0"/>
          </a:p>
        </p:txBody>
      </p:sp>
    </p:spTree>
    <p:extLst>
      <p:ext uri="{BB962C8B-B14F-4D97-AF65-F5344CB8AC3E}">
        <p14:creationId xmlns:p14="http://schemas.microsoft.com/office/powerpoint/2010/main" val="299333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15</a:t>
            </a:fld>
            <a:endParaRPr lang="en-US" dirty="0"/>
          </a:p>
        </p:txBody>
      </p:sp>
    </p:spTree>
    <p:extLst>
      <p:ext uri="{BB962C8B-B14F-4D97-AF65-F5344CB8AC3E}">
        <p14:creationId xmlns:p14="http://schemas.microsoft.com/office/powerpoint/2010/main" val="1099585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16</a:t>
            </a:fld>
            <a:endParaRPr lang="en-US" dirty="0"/>
          </a:p>
        </p:txBody>
      </p:sp>
    </p:spTree>
    <p:extLst>
      <p:ext uri="{BB962C8B-B14F-4D97-AF65-F5344CB8AC3E}">
        <p14:creationId xmlns:p14="http://schemas.microsoft.com/office/powerpoint/2010/main" val="29601305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17</a:t>
            </a:fld>
            <a:endParaRPr lang="en-US" dirty="0"/>
          </a:p>
        </p:txBody>
      </p:sp>
    </p:spTree>
    <p:extLst>
      <p:ext uri="{BB962C8B-B14F-4D97-AF65-F5344CB8AC3E}">
        <p14:creationId xmlns:p14="http://schemas.microsoft.com/office/powerpoint/2010/main" val="768604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18</a:t>
            </a:fld>
            <a:endParaRPr lang="en-US" dirty="0"/>
          </a:p>
        </p:txBody>
      </p:sp>
    </p:spTree>
    <p:extLst>
      <p:ext uri="{BB962C8B-B14F-4D97-AF65-F5344CB8AC3E}">
        <p14:creationId xmlns:p14="http://schemas.microsoft.com/office/powerpoint/2010/main" val="2894157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19</a:t>
            </a:fld>
            <a:endParaRPr lang="en-US" dirty="0"/>
          </a:p>
        </p:txBody>
      </p:sp>
    </p:spTree>
    <p:extLst>
      <p:ext uri="{BB962C8B-B14F-4D97-AF65-F5344CB8AC3E}">
        <p14:creationId xmlns:p14="http://schemas.microsoft.com/office/powerpoint/2010/main" val="468891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20</a:t>
            </a:fld>
            <a:endParaRPr lang="en-US" dirty="0"/>
          </a:p>
        </p:txBody>
      </p:sp>
    </p:spTree>
    <p:extLst>
      <p:ext uri="{BB962C8B-B14F-4D97-AF65-F5344CB8AC3E}">
        <p14:creationId xmlns:p14="http://schemas.microsoft.com/office/powerpoint/2010/main" val="1383937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F4A2C8-6C88-4E71-83EE-698B9D4FE22F}" type="slidenum">
              <a:rPr lang="en-US" smtClean="0"/>
              <a:pPr/>
              <a:t>21</a:t>
            </a:fld>
            <a:endParaRPr lang="en-US" dirty="0"/>
          </a:p>
        </p:txBody>
      </p:sp>
    </p:spTree>
    <p:extLst>
      <p:ext uri="{BB962C8B-B14F-4D97-AF65-F5344CB8AC3E}">
        <p14:creationId xmlns:p14="http://schemas.microsoft.com/office/powerpoint/2010/main" val="545490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33</a:t>
            </a:fld>
            <a:endParaRPr lang="en-GB"/>
          </a:p>
        </p:txBody>
      </p:sp>
    </p:spTree>
    <p:extLst>
      <p:ext uri="{BB962C8B-B14F-4D97-AF65-F5344CB8AC3E}">
        <p14:creationId xmlns:p14="http://schemas.microsoft.com/office/powerpoint/2010/main" val="2353736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34</a:t>
            </a:fld>
            <a:endParaRPr lang="en-US" dirty="0"/>
          </a:p>
        </p:txBody>
      </p:sp>
    </p:spTree>
    <p:extLst>
      <p:ext uri="{BB962C8B-B14F-4D97-AF65-F5344CB8AC3E}">
        <p14:creationId xmlns:p14="http://schemas.microsoft.com/office/powerpoint/2010/main" val="3876004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39</a:t>
            </a:fld>
            <a:endParaRPr lang="en-US" dirty="0"/>
          </a:p>
        </p:txBody>
      </p:sp>
    </p:spTree>
    <p:extLst>
      <p:ext uri="{BB962C8B-B14F-4D97-AF65-F5344CB8AC3E}">
        <p14:creationId xmlns:p14="http://schemas.microsoft.com/office/powerpoint/2010/main" val="3607274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40</a:t>
            </a:fld>
            <a:endParaRPr lang="en-US" dirty="0"/>
          </a:p>
        </p:txBody>
      </p:sp>
    </p:spTree>
    <p:extLst>
      <p:ext uri="{BB962C8B-B14F-4D97-AF65-F5344CB8AC3E}">
        <p14:creationId xmlns:p14="http://schemas.microsoft.com/office/powerpoint/2010/main" val="1562429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41</a:t>
            </a:fld>
            <a:endParaRPr lang="en-GB"/>
          </a:p>
        </p:txBody>
      </p:sp>
    </p:spTree>
    <p:extLst>
      <p:ext uri="{BB962C8B-B14F-4D97-AF65-F5344CB8AC3E}">
        <p14:creationId xmlns:p14="http://schemas.microsoft.com/office/powerpoint/2010/main" val="2507780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42</a:t>
            </a:fld>
            <a:endParaRPr lang="en-GB"/>
          </a:p>
        </p:txBody>
      </p:sp>
    </p:spTree>
    <p:extLst>
      <p:ext uri="{BB962C8B-B14F-4D97-AF65-F5344CB8AC3E}">
        <p14:creationId xmlns:p14="http://schemas.microsoft.com/office/powerpoint/2010/main" val="39301173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44</a:t>
            </a:fld>
            <a:endParaRPr lang="en-GB"/>
          </a:p>
        </p:txBody>
      </p:sp>
    </p:spTree>
    <p:extLst>
      <p:ext uri="{BB962C8B-B14F-4D97-AF65-F5344CB8AC3E}">
        <p14:creationId xmlns:p14="http://schemas.microsoft.com/office/powerpoint/2010/main" val="2864585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45</a:t>
            </a:fld>
            <a:endParaRPr lang="en-US" dirty="0"/>
          </a:p>
        </p:txBody>
      </p:sp>
    </p:spTree>
    <p:extLst>
      <p:ext uri="{BB962C8B-B14F-4D97-AF65-F5344CB8AC3E}">
        <p14:creationId xmlns:p14="http://schemas.microsoft.com/office/powerpoint/2010/main" val="28901156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46</a:t>
            </a:fld>
            <a:endParaRPr lang="en-GB"/>
          </a:p>
        </p:txBody>
      </p:sp>
    </p:spTree>
    <p:extLst>
      <p:ext uri="{BB962C8B-B14F-4D97-AF65-F5344CB8AC3E}">
        <p14:creationId xmlns:p14="http://schemas.microsoft.com/office/powerpoint/2010/main" val="1863113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47</a:t>
            </a:fld>
            <a:endParaRPr lang="en-US" dirty="0"/>
          </a:p>
        </p:txBody>
      </p:sp>
    </p:spTree>
    <p:extLst>
      <p:ext uri="{BB962C8B-B14F-4D97-AF65-F5344CB8AC3E}">
        <p14:creationId xmlns:p14="http://schemas.microsoft.com/office/powerpoint/2010/main" val="13095483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normAutofit/>
          </a:bodyPr>
          <a:lstStyle/>
          <a:p>
            <a:endParaRPr lang="en-US" dirty="0"/>
          </a:p>
        </p:txBody>
      </p:sp>
      <p:sp>
        <p:nvSpPr>
          <p:cNvPr id="5" name="Slide Number Placeholder 4"/>
          <p:cNvSpPr>
            <a:spLocks noGrp="1"/>
          </p:cNvSpPr>
          <p:nvPr>
            <p:ph type="sldNum" sz="quarter" idx="10"/>
          </p:nvPr>
        </p:nvSpPr>
        <p:spPr/>
        <p:txBody>
          <a:bodyPr/>
          <a:lstStyle/>
          <a:p>
            <a:fld id="{C0F4A2C8-6C88-4E71-83EE-698B9D4FE22F}" type="slidenum">
              <a:rPr lang="en-US" smtClean="0"/>
              <a:pPr/>
              <a:t>48</a:t>
            </a:fld>
            <a:endParaRPr lang="en-US" dirty="0"/>
          </a:p>
        </p:txBody>
      </p:sp>
    </p:spTree>
    <p:extLst>
      <p:ext uri="{BB962C8B-B14F-4D97-AF65-F5344CB8AC3E}">
        <p14:creationId xmlns:p14="http://schemas.microsoft.com/office/powerpoint/2010/main" val="2366639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49</a:t>
            </a:fld>
            <a:endParaRPr lang="en-GB"/>
          </a:p>
        </p:txBody>
      </p:sp>
    </p:spTree>
    <p:extLst>
      <p:ext uri="{BB962C8B-B14F-4D97-AF65-F5344CB8AC3E}">
        <p14:creationId xmlns:p14="http://schemas.microsoft.com/office/powerpoint/2010/main" val="5836156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11.xm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slide" Target="../slides/slide4.xml"/><Relationship Id="rId5" Type="http://schemas.openxmlformats.org/officeDocument/2006/relationships/slide" Target="../slides/slide11.xml"/><Relationship Id="rId4" Type="http://schemas.openxmlformats.org/officeDocument/2006/relationships/image" Target="../media/image4.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4.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4.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6257622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endParaRPr lang="en-US" noProof="0" dirty="0"/>
          </a:p>
        </p:txBody>
      </p:sp>
    </p:spTree>
    <p:extLst>
      <p:ext uri="{BB962C8B-B14F-4D97-AF65-F5344CB8AC3E}">
        <p14:creationId xmlns:p14="http://schemas.microsoft.com/office/powerpoint/2010/main" val="338316561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97339466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0433304" cy="1592403"/>
          </a:xfrm>
          <a:prstGeom prst="rect">
            <a:avLst/>
          </a:prstGeom>
        </p:spPr>
        <p:txBody>
          <a:bodyPr vert="horz" anchor="b"/>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3" name="Text Placeholder 2"/>
          <p:cNvSpPr>
            <a:spLocks noGrp="1"/>
          </p:cNvSpPr>
          <p:nvPr>
            <p:ph type="body" idx="1" hasCustomPrompt="1"/>
          </p:nvPr>
        </p:nvSpPr>
        <p:spPr bwMode="gray">
          <a:xfrm>
            <a:off x="457200" y="3451572"/>
            <a:ext cx="10433304" cy="1566532"/>
          </a:xfrm>
        </p:spPr>
        <p:txBody>
          <a:bodyPr lIns="0" tIns="0" rIns="0" bIns="0">
            <a:noAutofit/>
          </a:bodyPr>
          <a:lstStyle>
            <a:lvl1pPr marL="0" indent="0">
              <a:lnSpc>
                <a:spcPct val="95000"/>
              </a:lnSpc>
              <a:spcAft>
                <a:spcPts val="0"/>
              </a:spcAft>
              <a:buNone/>
              <a:defRPr sz="3600" b="0">
                <a:solidFill>
                  <a:schemeClr val="tx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Oval 3">
            <a:extLst>
              <a:ext uri="{FF2B5EF4-FFF2-40B4-BE49-F238E27FC236}">
                <a16:creationId xmlns:a16="http://schemas.microsoft.com/office/drawing/2014/main" id="{120AC60F-5E95-7617-3424-3D67DF0CF423}"/>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5" name="Oval 4">
            <a:extLst>
              <a:ext uri="{FF2B5EF4-FFF2-40B4-BE49-F238E27FC236}">
                <a16:creationId xmlns:a16="http://schemas.microsoft.com/office/drawing/2014/main" id="{CD2DF675-4AB9-C70D-039E-713E8450FACF}"/>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6" name="Oval 5">
            <a:hlinkClick r:id="rId5" action="ppaction://hlinksldjump"/>
            <a:extLst>
              <a:ext uri="{FF2B5EF4-FFF2-40B4-BE49-F238E27FC236}">
                <a16:creationId xmlns:a16="http://schemas.microsoft.com/office/drawing/2014/main" id="{15D58450-8F3C-589E-2128-C1CE39B22D37}"/>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11" name="Oval 10">
            <a:hlinkClick r:id="rId5" action="ppaction://hlinksldjump"/>
            <a:extLst>
              <a:ext uri="{FF2B5EF4-FFF2-40B4-BE49-F238E27FC236}">
                <a16:creationId xmlns:a16="http://schemas.microsoft.com/office/drawing/2014/main" id="{DECF0B7B-1167-7ADE-7133-A01129D15AAC}"/>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2" name="Oval 11">
            <a:hlinkClick r:id="rId5" action="ppaction://hlinksldjump"/>
            <a:extLst>
              <a:ext uri="{FF2B5EF4-FFF2-40B4-BE49-F238E27FC236}">
                <a16:creationId xmlns:a16="http://schemas.microsoft.com/office/drawing/2014/main" id="{5D0557F9-1E72-6072-83EB-2EC74D2121B3}"/>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3" name="Freeform 337">
            <a:hlinkClick r:id="rId6" action="ppaction://hlinksldjump"/>
            <a:extLst>
              <a:ext uri="{FF2B5EF4-FFF2-40B4-BE49-F238E27FC236}">
                <a16:creationId xmlns:a16="http://schemas.microsoft.com/office/drawing/2014/main" id="{A5C15D69-6B1F-8A35-04E2-F70B8EA1E8AC}"/>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568392893"/>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Accessible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7200" y="1682496"/>
            <a:ext cx="10433304"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3" name="Text Placeholder 2"/>
          <p:cNvSpPr>
            <a:spLocks noGrp="1"/>
          </p:cNvSpPr>
          <p:nvPr>
            <p:ph type="body" idx="1" hasCustomPrompt="1"/>
          </p:nvPr>
        </p:nvSpPr>
        <p:spPr bwMode="gray">
          <a:xfrm>
            <a:off x="457200" y="3456432"/>
            <a:ext cx="10433304"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Oval 3">
            <a:extLst>
              <a:ext uri="{FF2B5EF4-FFF2-40B4-BE49-F238E27FC236}">
                <a16:creationId xmlns:a16="http://schemas.microsoft.com/office/drawing/2014/main" id="{7BFF4A09-66D2-94BB-1610-0D91DB0F3DB7}"/>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5" name="Oval 4">
            <a:extLst>
              <a:ext uri="{FF2B5EF4-FFF2-40B4-BE49-F238E27FC236}">
                <a16:creationId xmlns:a16="http://schemas.microsoft.com/office/drawing/2014/main" id="{8576D380-10EA-AB0F-2E54-ECAFDC7CA4CD}"/>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6" name="Oval 5">
            <a:hlinkClick r:id="rId5" action="ppaction://hlinksldjump"/>
            <a:extLst>
              <a:ext uri="{FF2B5EF4-FFF2-40B4-BE49-F238E27FC236}">
                <a16:creationId xmlns:a16="http://schemas.microsoft.com/office/drawing/2014/main" id="{B1963853-AFE3-C959-DEA9-E466853D3AF6}"/>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11" name="Oval 10">
            <a:hlinkClick r:id="rId5" action="ppaction://hlinksldjump"/>
            <a:extLst>
              <a:ext uri="{FF2B5EF4-FFF2-40B4-BE49-F238E27FC236}">
                <a16:creationId xmlns:a16="http://schemas.microsoft.com/office/drawing/2014/main" id="{506B1AAF-71DF-82FA-71D6-239356BD4351}"/>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2" name="Oval 11">
            <a:hlinkClick r:id="rId5" action="ppaction://hlinksldjump"/>
            <a:extLst>
              <a:ext uri="{FF2B5EF4-FFF2-40B4-BE49-F238E27FC236}">
                <a16:creationId xmlns:a16="http://schemas.microsoft.com/office/drawing/2014/main" id="{4BBF1DA6-1960-2FEA-316D-1FCF1EBF91E2}"/>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3" name="Freeform 337">
            <a:hlinkClick r:id="rId6" action="ppaction://hlinksldjump"/>
            <a:extLst>
              <a:ext uri="{FF2B5EF4-FFF2-40B4-BE49-F238E27FC236}">
                <a16:creationId xmlns:a16="http://schemas.microsoft.com/office/drawing/2014/main" id="{D4AA7C40-CE4A-DC5B-92A1-84519CA6ED18}"/>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15036933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10" name="Title 1">
            <a:extLst>
              <a:ext uri="{FF2B5EF4-FFF2-40B4-BE49-F238E27FC236}">
                <a16:creationId xmlns:a16="http://schemas.microsoft.com/office/drawing/2014/main" id="{F60CC504-C642-CAD5-61BD-E184E479D19C}"/>
              </a:ext>
            </a:extLst>
          </p:cNvPr>
          <p:cNvSpPr>
            <a:spLocks noGrp="1"/>
          </p:cNvSpPr>
          <p:nvPr>
            <p:ph type="title" hasCustomPrompt="1"/>
          </p:nvPr>
        </p:nvSpPr>
        <p:spPr bwMode="gray">
          <a:xfrm>
            <a:off x="457200" y="1682496"/>
            <a:ext cx="10433304"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11" name="Text Placeholder 2">
            <a:extLst>
              <a:ext uri="{FF2B5EF4-FFF2-40B4-BE49-F238E27FC236}">
                <a16:creationId xmlns:a16="http://schemas.microsoft.com/office/drawing/2014/main" id="{BFD8C8D7-FC7E-145B-B314-E6EBE79FFB22}"/>
              </a:ext>
            </a:extLst>
          </p:cNvPr>
          <p:cNvSpPr>
            <a:spLocks noGrp="1"/>
          </p:cNvSpPr>
          <p:nvPr>
            <p:ph type="body" idx="1" hasCustomPrompt="1"/>
          </p:nvPr>
        </p:nvSpPr>
        <p:spPr bwMode="gray">
          <a:xfrm>
            <a:off x="457200" y="3456432"/>
            <a:ext cx="10433304"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2" name="Oval 1">
            <a:extLst>
              <a:ext uri="{FF2B5EF4-FFF2-40B4-BE49-F238E27FC236}">
                <a16:creationId xmlns:a16="http://schemas.microsoft.com/office/drawing/2014/main" id="{2D7B8E15-C8E8-29A8-9B27-D2653B4EFCE4}"/>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3" name="Oval 2">
            <a:extLst>
              <a:ext uri="{FF2B5EF4-FFF2-40B4-BE49-F238E27FC236}">
                <a16:creationId xmlns:a16="http://schemas.microsoft.com/office/drawing/2014/main" id="{CEE9B233-B1E7-7467-3D3D-7FD8B9CA96CB}"/>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4" name="Oval 3">
            <a:hlinkClick r:id="rId2" action="ppaction://hlinksldjump"/>
            <a:extLst>
              <a:ext uri="{FF2B5EF4-FFF2-40B4-BE49-F238E27FC236}">
                <a16:creationId xmlns:a16="http://schemas.microsoft.com/office/drawing/2014/main" id="{8CE38CFC-B325-E47C-E2B8-B42ABDD6D933}"/>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5" name="Oval 4">
            <a:hlinkClick r:id="rId2" action="ppaction://hlinksldjump"/>
            <a:extLst>
              <a:ext uri="{FF2B5EF4-FFF2-40B4-BE49-F238E27FC236}">
                <a16:creationId xmlns:a16="http://schemas.microsoft.com/office/drawing/2014/main" id="{28B35157-997A-2BBD-1455-1B0FD0A49814}"/>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6" name="Oval 5">
            <a:hlinkClick r:id="rId2" action="ppaction://hlinksldjump"/>
            <a:extLst>
              <a:ext uri="{FF2B5EF4-FFF2-40B4-BE49-F238E27FC236}">
                <a16:creationId xmlns:a16="http://schemas.microsoft.com/office/drawing/2014/main" id="{350A2B47-CCAA-0199-3F08-949A2916D168}"/>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2" name="Freeform 337">
            <a:hlinkClick r:id="rId3" action="ppaction://hlinksldjump"/>
            <a:extLst>
              <a:ext uri="{FF2B5EF4-FFF2-40B4-BE49-F238E27FC236}">
                <a16:creationId xmlns:a16="http://schemas.microsoft.com/office/drawing/2014/main" id="{8BB177DD-436F-9DD5-D021-FB6F6D7C23A8}"/>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239215695"/>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 Deloitte Accessible Blue">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AE58C20-370C-728D-70BA-DDC6ADA47228}"/>
              </a:ext>
            </a:extLst>
          </p:cNvPr>
          <p:cNvSpPr>
            <a:spLocks noGrp="1"/>
          </p:cNvSpPr>
          <p:nvPr>
            <p:ph type="title" hasCustomPrompt="1"/>
          </p:nvPr>
        </p:nvSpPr>
        <p:spPr bwMode="gray">
          <a:xfrm>
            <a:off x="457200" y="1682496"/>
            <a:ext cx="11274552"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9" name="Text Placeholder 2">
            <a:extLst>
              <a:ext uri="{FF2B5EF4-FFF2-40B4-BE49-F238E27FC236}">
                <a16:creationId xmlns:a16="http://schemas.microsoft.com/office/drawing/2014/main" id="{D692CE7D-8322-F37D-A263-8628F272E568}"/>
              </a:ext>
            </a:extLst>
          </p:cNvPr>
          <p:cNvSpPr>
            <a:spLocks noGrp="1"/>
          </p:cNvSpPr>
          <p:nvPr>
            <p:ph type="body" idx="1" hasCustomPrompt="1"/>
          </p:nvPr>
        </p:nvSpPr>
        <p:spPr bwMode="gray">
          <a:xfrm>
            <a:off x="457200" y="3456432"/>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2" name="Oval 1">
            <a:extLst>
              <a:ext uri="{FF2B5EF4-FFF2-40B4-BE49-F238E27FC236}">
                <a16:creationId xmlns:a16="http://schemas.microsoft.com/office/drawing/2014/main" id="{46F62273-5133-F1C2-667F-8EA3F3FBB1CF}"/>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3" name="Oval 2">
            <a:extLst>
              <a:ext uri="{FF2B5EF4-FFF2-40B4-BE49-F238E27FC236}">
                <a16:creationId xmlns:a16="http://schemas.microsoft.com/office/drawing/2014/main" id="{A34B5D44-5D36-E425-44BD-EBA5C1230A19}"/>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4" name="Oval 3">
            <a:hlinkClick r:id="rId2" action="ppaction://hlinksldjump"/>
            <a:extLst>
              <a:ext uri="{FF2B5EF4-FFF2-40B4-BE49-F238E27FC236}">
                <a16:creationId xmlns:a16="http://schemas.microsoft.com/office/drawing/2014/main" id="{581261F2-CD99-BF80-04DB-D6AD8FBB28E5}"/>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10" name="Oval 9">
            <a:hlinkClick r:id="rId2" action="ppaction://hlinksldjump"/>
            <a:extLst>
              <a:ext uri="{FF2B5EF4-FFF2-40B4-BE49-F238E27FC236}">
                <a16:creationId xmlns:a16="http://schemas.microsoft.com/office/drawing/2014/main" id="{190E7F68-CE9C-8DF9-850F-C1CC49EE5CA5}"/>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1" name="Oval 10">
            <a:hlinkClick r:id="rId2" action="ppaction://hlinksldjump"/>
            <a:extLst>
              <a:ext uri="{FF2B5EF4-FFF2-40B4-BE49-F238E27FC236}">
                <a16:creationId xmlns:a16="http://schemas.microsoft.com/office/drawing/2014/main" id="{E9C80B8D-0E9E-DCFD-01D6-A46046C6AD59}"/>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2" name="Freeform 337">
            <a:hlinkClick r:id="rId3" action="ppaction://hlinksldjump"/>
            <a:extLst>
              <a:ext uri="{FF2B5EF4-FFF2-40B4-BE49-F238E27FC236}">
                <a16:creationId xmlns:a16="http://schemas.microsoft.com/office/drawing/2014/main" id="{B89EC4A2-A4C3-2575-ACCC-F7EE05E73510}"/>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2352103751"/>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 Deloitte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0433304"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dirty="0"/>
              <a:t>Click to add title</a:t>
            </a:r>
          </a:p>
        </p:txBody>
      </p:sp>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457200" y="3456432"/>
            <a:ext cx="10433304"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subtitle</a:t>
            </a:r>
          </a:p>
        </p:txBody>
      </p:sp>
      <p:sp>
        <p:nvSpPr>
          <p:cNvPr id="2" name="Oval 1">
            <a:extLst>
              <a:ext uri="{FF2B5EF4-FFF2-40B4-BE49-F238E27FC236}">
                <a16:creationId xmlns:a16="http://schemas.microsoft.com/office/drawing/2014/main" id="{26816B9A-A90A-485E-C710-909B3507FD6F}"/>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3" name="Oval 2">
            <a:extLst>
              <a:ext uri="{FF2B5EF4-FFF2-40B4-BE49-F238E27FC236}">
                <a16:creationId xmlns:a16="http://schemas.microsoft.com/office/drawing/2014/main" id="{B3DA62AD-B6FF-D815-DB6F-BC0A2E095F91}"/>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4" name="Oval 3">
            <a:hlinkClick r:id="rId5" action="ppaction://hlinksldjump"/>
            <a:extLst>
              <a:ext uri="{FF2B5EF4-FFF2-40B4-BE49-F238E27FC236}">
                <a16:creationId xmlns:a16="http://schemas.microsoft.com/office/drawing/2014/main" id="{8AD47F09-4BA5-8E3A-7603-F4010DDBDEBC}"/>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5" name="Oval 4">
            <a:hlinkClick r:id="rId5" action="ppaction://hlinksldjump"/>
            <a:extLst>
              <a:ext uri="{FF2B5EF4-FFF2-40B4-BE49-F238E27FC236}">
                <a16:creationId xmlns:a16="http://schemas.microsoft.com/office/drawing/2014/main" id="{A33D3858-8503-3EB7-7A43-DD5E407B3EBB}"/>
              </a:ext>
            </a:extLst>
          </p:cNvPr>
          <p:cNvSpPr/>
          <p:nvPr userDrawn="1"/>
        </p:nvSpPr>
        <p:spPr bwMode="gray">
          <a:xfrm>
            <a:off x="11280775" y="2129701"/>
            <a:ext cx="462286" cy="462286"/>
          </a:xfrm>
          <a:prstGeom prst="ellipse">
            <a:avLst/>
          </a:prstGeom>
          <a:solidFill>
            <a:schemeClr val="bg1"/>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03</a:t>
            </a:r>
            <a:endParaRPr lang="en-GB" sz="1400" dirty="0">
              <a:solidFill>
                <a:schemeClr val="tx1"/>
              </a:solidFill>
              <a:latin typeface="Aptos" panose="020B0004020202020204" pitchFamily="34" charset="0"/>
              <a:cs typeface="Aparajita" panose="020B0502040204020203" pitchFamily="18" charset="0"/>
            </a:endParaRPr>
          </a:p>
        </p:txBody>
      </p:sp>
      <p:sp>
        <p:nvSpPr>
          <p:cNvPr id="6" name="Oval 5">
            <a:hlinkClick r:id="rId5" action="ppaction://hlinksldjump"/>
            <a:extLst>
              <a:ext uri="{FF2B5EF4-FFF2-40B4-BE49-F238E27FC236}">
                <a16:creationId xmlns:a16="http://schemas.microsoft.com/office/drawing/2014/main" id="{5C60BA98-C2B4-E5CF-2471-A700361F46CC}"/>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7" name="Freeform 337">
            <a:hlinkClick r:id="rId6" action="ppaction://hlinksldjump"/>
            <a:extLst>
              <a:ext uri="{FF2B5EF4-FFF2-40B4-BE49-F238E27FC236}">
                <a16:creationId xmlns:a16="http://schemas.microsoft.com/office/drawing/2014/main" id="{109AB128-C034-B080-7386-A243F3B246C1}"/>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754647788"/>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slide with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7200" y="348477"/>
            <a:ext cx="57780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7200" y="833269"/>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subtitle</a:t>
            </a:r>
          </a:p>
        </p:txBody>
      </p:sp>
      <p:sp>
        <p:nvSpPr>
          <p:cNvPr id="3" name="Oval 2">
            <a:extLst>
              <a:ext uri="{FF2B5EF4-FFF2-40B4-BE49-F238E27FC236}">
                <a16:creationId xmlns:a16="http://schemas.microsoft.com/office/drawing/2014/main" id="{F30EF0B3-6A6E-B742-4E4C-6F9E34637F30}"/>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4" name="Oval 3">
            <a:extLst>
              <a:ext uri="{FF2B5EF4-FFF2-40B4-BE49-F238E27FC236}">
                <a16:creationId xmlns:a16="http://schemas.microsoft.com/office/drawing/2014/main" id="{69476E10-9C3C-5E54-71E7-CA8E80645824}"/>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2" action="ppaction://hlinksldjump"/>
            <a:extLst>
              <a:ext uri="{FF2B5EF4-FFF2-40B4-BE49-F238E27FC236}">
                <a16:creationId xmlns:a16="http://schemas.microsoft.com/office/drawing/2014/main" id="{AF5F6D96-F4E1-733A-0F74-B2F05B028A8D}"/>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2" action="ppaction://hlinksldjump"/>
            <a:extLst>
              <a:ext uri="{FF2B5EF4-FFF2-40B4-BE49-F238E27FC236}">
                <a16:creationId xmlns:a16="http://schemas.microsoft.com/office/drawing/2014/main" id="{0F7B17B1-D449-1FD9-2F77-257C1D512AE8}"/>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9" name="Oval 8">
            <a:hlinkClick r:id="rId2" action="ppaction://hlinksldjump"/>
            <a:extLst>
              <a:ext uri="{FF2B5EF4-FFF2-40B4-BE49-F238E27FC236}">
                <a16:creationId xmlns:a16="http://schemas.microsoft.com/office/drawing/2014/main" id="{7B8E4E8B-4A07-231C-1827-3CCDFC309E00}"/>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0" name="Freeform 337">
            <a:hlinkClick r:id="rId3" action="ppaction://hlinksldjump"/>
            <a:extLst>
              <a:ext uri="{FF2B5EF4-FFF2-40B4-BE49-F238E27FC236}">
                <a16:creationId xmlns:a16="http://schemas.microsoft.com/office/drawing/2014/main" id="{69F7A0F0-2D29-6A56-00CF-C4DC3C45B0E6}"/>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727409158"/>
      </p:ext>
    </p:extLst>
  </p:cSld>
  <p:clrMapOvr>
    <a:masterClrMapping/>
  </p:clrMapOvr>
  <p:transition>
    <p:fade/>
  </p:transition>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
        <p:nvSpPr>
          <p:cNvPr id="2" name="Oval 1">
            <a:extLst>
              <a:ext uri="{FF2B5EF4-FFF2-40B4-BE49-F238E27FC236}">
                <a16:creationId xmlns:a16="http://schemas.microsoft.com/office/drawing/2014/main" id="{5D9AEEA6-DF42-21F1-C563-E9EA2718DA49}"/>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3" name="Oval 2">
            <a:extLst>
              <a:ext uri="{FF2B5EF4-FFF2-40B4-BE49-F238E27FC236}">
                <a16:creationId xmlns:a16="http://schemas.microsoft.com/office/drawing/2014/main" id="{ADEF776C-0612-6322-77D5-B8B06853266E}"/>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4" name="Oval 3">
            <a:hlinkClick r:id="rId2" action="ppaction://hlinksldjump"/>
            <a:extLst>
              <a:ext uri="{FF2B5EF4-FFF2-40B4-BE49-F238E27FC236}">
                <a16:creationId xmlns:a16="http://schemas.microsoft.com/office/drawing/2014/main" id="{FCE82677-DC57-CC8E-59B8-DDD34525EEC7}"/>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5" name="Oval 4">
            <a:hlinkClick r:id="rId2" action="ppaction://hlinksldjump"/>
            <a:extLst>
              <a:ext uri="{FF2B5EF4-FFF2-40B4-BE49-F238E27FC236}">
                <a16:creationId xmlns:a16="http://schemas.microsoft.com/office/drawing/2014/main" id="{43E8F6FA-8C84-5D0F-D173-C34FBEDBDC97}"/>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2" action="ppaction://hlinksldjump"/>
            <a:extLst>
              <a:ext uri="{FF2B5EF4-FFF2-40B4-BE49-F238E27FC236}">
                <a16:creationId xmlns:a16="http://schemas.microsoft.com/office/drawing/2014/main" id="{779DF770-FC9B-0978-BFE7-C81AE00CBC4E}"/>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8" name="Freeform 337">
            <a:hlinkClick r:id="rId3" action="ppaction://hlinksldjump"/>
            <a:extLst>
              <a:ext uri="{FF2B5EF4-FFF2-40B4-BE49-F238E27FC236}">
                <a16:creationId xmlns:a16="http://schemas.microsoft.com/office/drawing/2014/main" id="{687D9543-4AB0-C9DF-E7DF-8ADEE9E882CA}"/>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247334597"/>
      </p:ext>
    </p:extLst>
  </p:cSld>
  <p:clrMapOvr>
    <a:masterClrMapping/>
  </p:clrMapOvr>
  <p:transition>
    <p:fade/>
  </p:transition>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2" name="Oval 1">
            <a:extLst>
              <a:ext uri="{FF2B5EF4-FFF2-40B4-BE49-F238E27FC236}">
                <a16:creationId xmlns:a16="http://schemas.microsoft.com/office/drawing/2014/main" id="{5FB7F31D-0D2B-6261-94B4-3C00CC0DA290}"/>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5" name="Oval 4">
            <a:extLst>
              <a:ext uri="{FF2B5EF4-FFF2-40B4-BE49-F238E27FC236}">
                <a16:creationId xmlns:a16="http://schemas.microsoft.com/office/drawing/2014/main" id="{0C37FF6F-A054-1BFC-0C04-50ED68C14BB4}"/>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5" action="ppaction://hlinksldjump"/>
            <a:extLst>
              <a:ext uri="{FF2B5EF4-FFF2-40B4-BE49-F238E27FC236}">
                <a16:creationId xmlns:a16="http://schemas.microsoft.com/office/drawing/2014/main" id="{0D8AAC5F-30E8-D3E7-FAD4-0A82C53FC7A7}"/>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5" action="ppaction://hlinksldjump"/>
            <a:extLst>
              <a:ext uri="{FF2B5EF4-FFF2-40B4-BE49-F238E27FC236}">
                <a16:creationId xmlns:a16="http://schemas.microsoft.com/office/drawing/2014/main" id="{5231AD62-820C-192A-61D3-7A4A2EBCE3C4}"/>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9" name="Oval 8">
            <a:hlinkClick r:id="rId5" action="ppaction://hlinksldjump"/>
            <a:extLst>
              <a:ext uri="{FF2B5EF4-FFF2-40B4-BE49-F238E27FC236}">
                <a16:creationId xmlns:a16="http://schemas.microsoft.com/office/drawing/2014/main" id="{BC1C6247-E19F-DEE6-4334-73BBF6BBBB0F}"/>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0" name="Freeform 337">
            <a:hlinkClick r:id="rId6" action="ppaction://hlinksldjump"/>
            <a:extLst>
              <a:ext uri="{FF2B5EF4-FFF2-40B4-BE49-F238E27FC236}">
                <a16:creationId xmlns:a16="http://schemas.microsoft.com/office/drawing/2014/main" id="{C5B872A3-6ACA-DF6C-78E0-E950C783B4DB}"/>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2747837542"/>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0433304"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Oval 1">
            <a:extLst>
              <a:ext uri="{FF2B5EF4-FFF2-40B4-BE49-F238E27FC236}">
                <a16:creationId xmlns:a16="http://schemas.microsoft.com/office/drawing/2014/main" id="{7E27F736-7E2C-442E-379F-2E25C85FC312}"/>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7" name="Oval 6">
            <a:extLst>
              <a:ext uri="{FF2B5EF4-FFF2-40B4-BE49-F238E27FC236}">
                <a16:creationId xmlns:a16="http://schemas.microsoft.com/office/drawing/2014/main" id="{6E114995-A1BB-917C-ED39-7C470813F288}"/>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5" action="ppaction://hlinksldjump"/>
            <a:extLst>
              <a:ext uri="{FF2B5EF4-FFF2-40B4-BE49-F238E27FC236}">
                <a16:creationId xmlns:a16="http://schemas.microsoft.com/office/drawing/2014/main" id="{37CADA2B-1906-B20A-D492-F3D44A3FE455}"/>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9" name="Oval 8">
            <a:hlinkClick r:id="rId5" action="ppaction://hlinksldjump"/>
            <a:extLst>
              <a:ext uri="{FF2B5EF4-FFF2-40B4-BE49-F238E27FC236}">
                <a16:creationId xmlns:a16="http://schemas.microsoft.com/office/drawing/2014/main" id="{F5BE7CE8-1F77-2238-0012-72966A4539BF}"/>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0" name="Oval 9">
            <a:hlinkClick r:id="rId5" action="ppaction://hlinksldjump"/>
            <a:extLst>
              <a:ext uri="{FF2B5EF4-FFF2-40B4-BE49-F238E27FC236}">
                <a16:creationId xmlns:a16="http://schemas.microsoft.com/office/drawing/2014/main" id="{26B4C965-FFED-7A32-A65F-65FFAE88025C}"/>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1" name="Freeform 337">
            <a:hlinkClick r:id="rId6" action="ppaction://hlinksldjump"/>
            <a:extLst>
              <a:ext uri="{FF2B5EF4-FFF2-40B4-BE49-F238E27FC236}">
                <a16:creationId xmlns:a16="http://schemas.microsoft.com/office/drawing/2014/main" id="{8E2B8B38-9D6E-BA2D-C469-1DE035894E75}"/>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3742000908"/>
      </p:ext>
    </p:extLst>
  </p:cSld>
  <p:clrMapOvr>
    <a:masterClrMapping/>
  </p:clrMapOvr>
  <p:transition>
    <p:fade/>
  </p:transition>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3" name="Oval 2">
            <a:extLst>
              <a:ext uri="{FF2B5EF4-FFF2-40B4-BE49-F238E27FC236}">
                <a16:creationId xmlns:a16="http://schemas.microsoft.com/office/drawing/2014/main" id="{674B93B4-CF75-7AB7-3660-A13ED50BD51A}"/>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6" name="Oval 5">
            <a:extLst>
              <a:ext uri="{FF2B5EF4-FFF2-40B4-BE49-F238E27FC236}">
                <a16:creationId xmlns:a16="http://schemas.microsoft.com/office/drawing/2014/main" id="{5EA459E2-FF9E-06B5-38A3-50B434B3D23A}"/>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5" action="ppaction://hlinksldjump"/>
            <a:extLst>
              <a:ext uri="{FF2B5EF4-FFF2-40B4-BE49-F238E27FC236}">
                <a16:creationId xmlns:a16="http://schemas.microsoft.com/office/drawing/2014/main" id="{41B0A042-A358-E37E-A847-C968D54E1279}"/>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5" action="ppaction://hlinksldjump"/>
            <a:extLst>
              <a:ext uri="{FF2B5EF4-FFF2-40B4-BE49-F238E27FC236}">
                <a16:creationId xmlns:a16="http://schemas.microsoft.com/office/drawing/2014/main" id="{7F3D15F7-55EF-6F3F-1E7F-D0A3A82DAC0D}"/>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9" name="Oval 8">
            <a:hlinkClick r:id="rId5" action="ppaction://hlinksldjump"/>
            <a:extLst>
              <a:ext uri="{FF2B5EF4-FFF2-40B4-BE49-F238E27FC236}">
                <a16:creationId xmlns:a16="http://schemas.microsoft.com/office/drawing/2014/main" id="{FDDA8C79-2A54-AC8E-271E-B23EDCB475C0}"/>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0" name="Freeform 337">
            <a:hlinkClick r:id="rId6" action="ppaction://hlinksldjump"/>
            <a:extLst>
              <a:ext uri="{FF2B5EF4-FFF2-40B4-BE49-F238E27FC236}">
                <a16:creationId xmlns:a16="http://schemas.microsoft.com/office/drawing/2014/main" id="{4D4330DC-DFA6-1087-628D-16E426EBB9B6}"/>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
        <p:nvSpPr>
          <p:cNvPr id="11" name="Content Placeholder 3">
            <a:extLst>
              <a:ext uri="{FF2B5EF4-FFF2-40B4-BE49-F238E27FC236}">
                <a16:creationId xmlns:a16="http://schemas.microsoft.com/office/drawing/2014/main" id="{9BED57D0-7C63-EEF0-9834-1851C593C313}"/>
              </a:ext>
            </a:extLst>
          </p:cNvPr>
          <p:cNvSpPr>
            <a:spLocks noGrp="1"/>
          </p:cNvSpPr>
          <p:nvPr>
            <p:ph sz="quarter" idx="10" hasCustomPrompt="1"/>
          </p:nvPr>
        </p:nvSpPr>
        <p:spPr>
          <a:xfrm>
            <a:off x="457200" y="1679544"/>
            <a:ext cx="5029200"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Content Placeholder 3">
            <a:extLst>
              <a:ext uri="{FF2B5EF4-FFF2-40B4-BE49-F238E27FC236}">
                <a16:creationId xmlns:a16="http://schemas.microsoft.com/office/drawing/2014/main" id="{CD29AF22-A150-AB03-DB8F-8BAF5BFDB8D0}"/>
              </a:ext>
            </a:extLst>
          </p:cNvPr>
          <p:cNvSpPr>
            <a:spLocks noGrp="1"/>
          </p:cNvSpPr>
          <p:nvPr>
            <p:ph sz="quarter" idx="20" hasCustomPrompt="1"/>
          </p:nvPr>
        </p:nvSpPr>
        <p:spPr>
          <a:xfrm>
            <a:off x="5867400" y="1682496"/>
            <a:ext cx="5029200"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668596718"/>
      </p:ext>
    </p:extLst>
  </p:cSld>
  <p:clrMapOvr>
    <a:masterClrMapping/>
  </p:clrMapOvr>
  <p:transition>
    <p:fade/>
  </p:transition>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199" y="1680432"/>
            <a:ext cx="333756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003702" y="1680432"/>
            <a:ext cx="333756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7552944" y="1680432"/>
            <a:ext cx="333756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Oval 1">
            <a:extLst>
              <a:ext uri="{FF2B5EF4-FFF2-40B4-BE49-F238E27FC236}">
                <a16:creationId xmlns:a16="http://schemas.microsoft.com/office/drawing/2014/main" id="{5CF91E22-E675-7EF3-7E39-4E189861FF79}"/>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4" name="Oval 3">
            <a:extLst>
              <a:ext uri="{FF2B5EF4-FFF2-40B4-BE49-F238E27FC236}">
                <a16:creationId xmlns:a16="http://schemas.microsoft.com/office/drawing/2014/main" id="{18617E17-9927-6F88-04EE-CBA7449C7ADC}"/>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9" name="Oval 8">
            <a:hlinkClick r:id="rId5" action="ppaction://hlinksldjump"/>
            <a:extLst>
              <a:ext uri="{FF2B5EF4-FFF2-40B4-BE49-F238E27FC236}">
                <a16:creationId xmlns:a16="http://schemas.microsoft.com/office/drawing/2014/main" id="{EFCDFCC4-3A45-4E20-4B69-256B0BA983A3}"/>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10" name="Oval 9">
            <a:hlinkClick r:id="rId5" action="ppaction://hlinksldjump"/>
            <a:extLst>
              <a:ext uri="{FF2B5EF4-FFF2-40B4-BE49-F238E27FC236}">
                <a16:creationId xmlns:a16="http://schemas.microsoft.com/office/drawing/2014/main" id="{AF3C0C21-D59A-6406-43A2-EC5B73B4F5BA}"/>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1" name="Oval 10">
            <a:hlinkClick r:id="rId5" action="ppaction://hlinksldjump"/>
            <a:extLst>
              <a:ext uri="{FF2B5EF4-FFF2-40B4-BE49-F238E27FC236}">
                <a16:creationId xmlns:a16="http://schemas.microsoft.com/office/drawing/2014/main" id="{E1426C36-C61D-1815-A39F-D872F2F7B813}"/>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2" name="Freeform 337">
            <a:hlinkClick r:id="rId6" action="ppaction://hlinksldjump"/>
            <a:extLst>
              <a:ext uri="{FF2B5EF4-FFF2-40B4-BE49-F238E27FC236}">
                <a16:creationId xmlns:a16="http://schemas.microsoft.com/office/drawing/2014/main" id="{45C3E9FC-A129-71DF-9AE8-B85675F5F03A}"/>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3817843246"/>
      </p:ext>
    </p:extLst>
  </p:cSld>
  <p:clrMapOvr>
    <a:masterClrMapping/>
  </p:clrMapOvr>
  <p:transition>
    <p:fade/>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112008"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5766816"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8421624"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3" name="Oval 2">
            <a:extLst>
              <a:ext uri="{FF2B5EF4-FFF2-40B4-BE49-F238E27FC236}">
                <a16:creationId xmlns:a16="http://schemas.microsoft.com/office/drawing/2014/main" id="{5903DA10-1137-693F-0CE6-7E15F3A33A35}"/>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7" name="Oval 6">
            <a:extLst>
              <a:ext uri="{FF2B5EF4-FFF2-40B4-BE49-F238E27FC236}">
                <a16:creationId xmlns:a16="http://schemas.microsoft.com/office/drawing/2014/main" id="{FC8D7FBE-876B-DD8B-46CF-2BC9B9AE9850}"/>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10" name="Oval 9">
            <a:hlinkClick r:id="rId5" action="ppaction://hlinksldjump"/>
            <a:extLst>
              <a:ext uri="{FF2B5EF4-FFF2-40B4-BE49-F238E27FC236}">
                <a16:creationId xmlns:a16="http://schemas.microsoft.com/office/drawing/2014/main" id="{26B7164E-359D-653C-AF10-2647E4FC2B49}"/>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11" name="Oval 10">
            <a:hlinkClick r:id="rId5" action="ppaction://hlinksldjump"/>
            <a:extLst>
              <a:ext uri="{FF2B5EF4-FFF2-40B4-BE49-F238E27FC236}">
                <a16:creationId xmlns:a16="http://schemas.microsoft.com/office/drawing/2014/main" id="{2A1C988B-8232-A4AD-64F9-B394F0370E31}"/>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3" name="Oval 12">
            <a:hlinkClick r:id="rId5" action="ppaction://hlinksldjump"/>
            <a:extLst>
              <a:ext uri="{FF2B5EF4-FFF2-40B4-BE49-F238E27FC236}">
                <a16:creationId xmlns:a16="http://schemas.microsoft.com/office/drawing/2014/main" id="{05573DA4-6E5A-2D1E-392A-625B03A20E73}"/>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4" name="Freeform 337">
            <a:hlinkClick r:id="rId6" action="ppaction://hlinksldjump"/>
            <a:extLst>
              <a:ext uri="{FF2B5EF4-FFF2-40B4-BE49-F238E27FC236}">
                <a16:creationId xmlns:a16="http://schemas.microsoft.com/office/drawing/2014/main" id="{8CCB16C8-3841-E6BF-04F9-D773063FB343}"/>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877276365"/>
      </p:ext>
    </p:extLst>
  </p:cSld>
  <p:clrMapOvr>
    <a:masterClrMapping/>
  </p:clrMapOvr>
  <p:transition>
    <p:fade/>
  </p:transition>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9624"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382348"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16" name="Oval 15">
            <a:extLst>
              <a:ext uri="{FF2B5EF4-FFF2-40B4-BE49-F238E27FC236}">
                <a16:creationId xmlns:a16="http://schemas.microsoft.com/office/drawing/2014/main" id="{E7DEB3D6-062A-B920-E792-A065C8342D95}"/>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18" name="Oval 17">
            <a:extLst>
              <a:ext uri="{FF2B5EF4-FFF2-40B4-BE49-F238E27FC236}">
                <a16:creationId xmlns:a16="http://schemas.microsoft.com/office/drawing/2014/main" id="{49E1385E-D3C1-DC7E-418A-9B1DD2307840}"/>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19" name="Oval 18">
            <a:hlinkClick r:id="rId5" action="ppaction://hlinksldjump"/>
            <a:extLst>
              <a:ext uri="{FF2B5EF4-FFF2-40B4-BE49-F238E27FC236}">
                <a16:creationId xmlns:a16="http://schemas.microsoft.com/office/drawing/2014/main" id="{9B2F75AB-92EC-773B-A51A-9B7CCB7A2A02}"/>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20" name="Oval 19">
            <a:hlinkClick r:id="rId5" action="ppaction://hlinksldjump"/>
            <a:extLst>
              <a:ext uri="{FF2B5EF4-FFF2-40B4-BE49-F238E27FC236}">
                <a16:creationId xmlns:a16="http://schemas.microsoft.com/office/drawing/2014/main" id="{B07F2C1C-66F5-DD67-6E13-AAAF8AEFE405}"/>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21" name="Oval 20">
            <a:hlinkClick r:id="rId5" action="ppaction://hlinksldjump"/>
            <a:extLst>
              <a:ext uri="{FF2B5EF4-FFF2-40B4-BE49-F238E27FC236}">
                <a16:creationId xmlns:a16="http://schemas.microsoft.com/office/drawing/2014/main" id="{CC094182-4C26-EF08-D745-0547051C50AA}"/>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22" name="Freeform 337">
            <a:hlinkClick r:id="rId6" action="ppaction://hlinksldjump"/>
            <a:extLst>
              <a:ext uri="{FF2B5EF4-FFF2-40B4-BE49-F238E27FC236}">
                <a16:creationId xmlns:a16="http://schemas.microsoft.com/office/drawing/2014/main" id="{C07D1683-3A1C-3BFA-7EE3-20000420E098}"/>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
        <p:nvSpPr>
          <p:cNvPr id="23" name="Picture Placeholder 11">
            <a:extLst>
              <a:ext uri="{FF2B5EF4-FFF2-40B4-BE49-F238E27FC236}">
                <a16:creationId xmlns:a16="http://schemas.microsoft.com/office/drawing/2014/main" id="{14DF90AD-5FA8-1A96-D838-AC760EE6A045}"/>
              </a:ext>
            </a:extLst>
          </p:cNvPr>
          <p:cNvSpPr>
            <a:spLocks noGrp="1"/>
          </p:cNvSpPr>
          <p:nvPr>
            <p:ph type="pic" sz="quarter" idx="25"/>
          </p:nvPr>
        </p:nvSpPr>
        <p:spPr>
          <a:xfrm>
            <a:off x="459624" y="1880213"/>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24" name="Text Placeholder 12">
            <a:extLst>
              <a:ext uri="{FF2B5EF4-FFF2-40B4-BE49-F238E27FC236}">
                <a16:creationId xmlns:a16="http://schemas.microsoft.com/office/drawing/2014/main" id="{047A6E77-BF8D-B36A-582B-F03FB6D3C061}"/>
              </a:ext>
            </a:extLst>
          </p:cNvPr>
          <p:cNvSpPr>
            <a:spLocks noGrp="1"/>
          </p:cNvSpPr>
          <p:nvPr>
            <p:ph type="body" sz="quarter" idx="32" hasCustomPrompt="1"/>
          </p:nvPr>
        </p:nvSpPr>
        <p:spPr>
          <a:xfrm>
            <a:off x="2104052" y="1880213"/>
            <a:ext cx="3382348" cy="1944000"/>
          </a:xfrm>
        </p:spPr>
        <p:txBody>
          <a:bodyPr/>
          <a:lstStyle>
            <a:lvl1pPr>
              <a:spcBef>
                <a:spcPts val="200"/>
              </a:spcBef>
              <a:spcAft>
                <a:spcPts val="200"/>
              </a:spcAft>
              <a:defRPr sz="1200" b="0">
                <a:solidFill>
                  <a:sysClr val="windowText" lastClr="000000"/>
                </a:solidFill>
                <a:latin typeface="Aptos" panose="020B0004020202020204" pitchFamily="34" charset="0"/>
              </a:defRPr>
            </a:lvl1pPr>
            <a:lvl2pPr>
              <a:spcBef>
                <a:spcPts val="200"/>
              </a:spcBef>
              <a:spcAft>
                <a:spcPts val="200"/>
              </a:spcAft>
              <a:defRPr sz="1200" b="0">
                <a:solidFill>
                  <a:sysClr val="windowText" lastClr="000000"/>
                </a:solidFill>
                <a:latin typeface="Aptos" panose="020B0004020202020204" pitchFamily="34" charset="0"/>
              </a:defRPr>
            </a:lvl2pPr>
            <a:lvl3pPr>
              <a:defRPr b="0">
                <a:solidFill>
                  <a:sysClr val="windowText" lastClr="000000"/>
                </a:solidFill>
              </a:defRPr>
            </a:lvl3pPr>
            <a:lvl4pPr>
              <a:defRPr b="0">
                <a:solidFill>
                  <a:sysClr val="windowText" lastClr="000000"/>
                </a:solidFill>
              </a:defRPr>
            </a:lvl4pPr>
            <a:lvl5pPr>
              <a:defRPr b="0">
                <a:solidFill>
                  <a:sysClr val="windowText" lastClr="000000"/>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lvl="0"/>
            <a:endParaRPr lang="en-US" dirty="0"/>
          </a:p>
        </p:txBody>
      </p:sp>
      <p:sp>
        <p:nvSpPr>
          <p:cNvPr id="25" name="Picture Placeholder 11">
            <a:extLst>
              <a:ext uri="{FF2B5EF4-FFF2-40B4-BE49-F238E27FC236}">
                <a16:creationId xmlns:a16="http://schemas.microsoft.com/office/drawing/2014/main" id="{ECE1F027-269A-EA36-5261-1385BB7B1035}"/>
              </a:ext>
            </a:extLst>
          </p:cNvPr>
          <p:cNvSpPr>
            <a:spLocks noGrp="1"/>
          </p:cNvSpPr>
          <p:nvPr>
            <p:ph type="pic" sz="quarter" idx="35"/>
          </p:nvPr>
        </p:nvSpPr>
        <p:spPr>
          <a:xfrm>
            <a:off x="5868522"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6" name="Text Placeholder 12">
            <a:extLst>
              <a:ext uri="{FF2B5EF4-FFF2-40B4-BE49-F238E27FC236}">
                <a16:creationId xmlns:a16="http://schemas.microsoft.com/office/drawing/2014/main" id="{04A2D289-A251-611D-F604-070404662DAB}"/>
              </a:ext>
            </a:extLst>
          </p:cNvPr>
          <p:cNvSpPr>
            <a:spLocks noGrp="1"/>
          </p:cNvSpPr>
          <p:nvPr>
            <p:ph type="body" sz="quarter" idx="36" hasCustomPrompt="1"/>
          </p:nvPr>
        </p:nvSpPr>
        <p:spPr>
          <a:xfrm>
            <a:off x="7508156" y="4256213"/>
            <a:ext cx="3382348"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7" name="Rectangle 26">
            <a:extLst>
              <a:ext uri="{FF2B5EF4-FFF2-40B4-BE49-F238E27FC236}">
                <a16:creationId xmlns:a16="http://schemas.microsoft.com/office/drawing/2014/main" id="{940C22B2-5F35-3DA9-0792-072EC6B30196}"/>
              </a:ext>
            </a:extLst>
          </p:cNvPr>
          <p:cNvSpPr/>
          <p:nvPr userDrawn="1"/>
        </p:nvSpPr>
        <p:spPr>
          <a:xfrm>
            <a:off x="5866116"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8" name="Rectangle 27">
            <a:extLst>
              <a:ext uri="{FF2B5EF4-FFF2-40B4-BE49-F238E27FC236}">
                <a16:creationId xmlns:a16="http://schemas.microsoft.com/office/drawing/2014/main" id="{7E8790DC-58D7-9AA5-93F3-2DF69B77141E}"/>
              </a:ext>
            </a:extLst>
          </p:cNvPr>
          <p:cNvSpPr/>
          <p:nvPr userDrawn="1"/>
        </p:nvSpPr>
        <p:spPr>
          <a:xfrm>
            <a:off x="5866116" y="4044901"/>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9" name="Picture Placeholder 11">
            <a:extLst>
              <a:ext uri="{FF2B5EF4-FFF2-40B4-BE49-F238E27FC236}">
                <a16:creationId xmlns:a16="http://schemas.microsoft.com/office/drawing/2014/main" id="{8E8A471E-1E9B-4D9D-BAEA-61EB08B22A42}"/>
              </a:ext>
            </a:extLst>
          </p:cNvPr>
          <p:cNvSpPr>
            <a:spLocks noGrp="1"/>
          </p:cNvSpPr>
          <p:nvPr>
            <p:ph type="pic" sz="quarter" idx="37"/>
          </p:nvPr>
        </p:nvSpPr>
        <p:spPr>
          <a:xfrm>
            <a:off x="5868522" y="1880213"/>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30" name="Text Placeholder 12">
            <a:extLst>
              <a:ext uri="{FF2B5EF4-FFF2-40B4-BE49-F238E27FC236}">
                <a16:creationId xmlns:a16="http://schemas.microsoft.com/office/drawing/2014/main" id="{EABF247D-7C1C-25C0-9974-5F9384F17ED0}"/>
              </a:ext>
            </a:extLst>
          </p:cNvPr>
          <p:cNvSpPr>
            <a:spLocks noGrp="1"/>
          </p:cNvSpPr>
          <p:nvPr>
            <p:ph type="body" sz="quarter" idx="38" hasCustomPrompt="1"/>
          </p:nvPr>
        </p:nvSpPr>
        <p:spPr>
          <a:xfrm>
            <a:off x="7508156" y="1880213"/>
            <a:ext cx="3382348" cy="1944000"/>
          </a:xfrm>
        </p:spPr>
        <p:txBody>
          <a:bodyPr/>
          <a:lstStyle>
            <a:lvl1pPr>
              <a:spcBef>
                <a:spcPts val="200"/>
              </a:spcBef>
              <a:spcAft>
                <a:spcPts val="200"/>
              </a:spcAft>
              <a:defRPr sz="1200" b="0">
                <a:solidFill>
                  <a:sysClr val="windowText" lastClr="000000"/>
                </a:solidFill>
                <a:latin typeface="Aptos" panose="020B0004020202020204" pitchFamily="34" charset="0"/>
              </a:defRPr>
            </a:lvl1pPr>
            <a:lvl2pPr>
              <a:spcBef>
                <a:spcPts val="200"/>
              </a:spcBef>
              <a:spcAft>
                <a:spcPts val="200"/>
              </a:spcAft>
              <a:defRPr sz="1200" b="0">
                <a:solidFill>
                  <a:sysClr val="windowText" lastClr="000000"/>
                </a:solidFill>
                <a:latin typeface="Aptos" panose="020B0004020202020204" pitchFamily="34" charset="0"/>
              </a:defRPr>
            </a:lvl2pPr>
            <a:lvl3pPr>
              <a:defRPr b="0">
                <a:solidFill>
                  <a:sysClr val="windowText" lastClr="000000"/>
                </a:solidFill>
              </a:defRPr>
            </a:lvl3pPr>
            <a:lvl4pPr>
              <a:defRPr b="0">
                <a:solidFill>
                  <a:sysClr val="windowText" lastClr="000000"/>
                </a:solidFill>
              </a:defRPr>
            </a:lvl4pPr>
            <a:lvl5pPr>
              <a:defRPr b="0">
                <a:solidFill>
                  <a:sysClr val="windowText" lastClr="000000"/>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lvl="0"/>
            <a:endParaRPr lang="en-US" dirty="0"/>
          </a:p>
        </p:txBody>
      </p:sp>
    </p:spTree>
    <p:extLst>
      <p:ext uri="{BB962C8B-B14F-4D97-AF65-F5344CB8AC3E}">
        <p14:creationId xmlns:p14="http://schemas.microsoft.com/office/powerpoint/2010/main" val="2637140617"/>
      </p:ext>
    </p:extLst>
  </p:cSld>
  <p:clrMapOvr>
    <a:masterClrMapping/>
  </p:clrMapOvr>
  <p:transition>
    <p:fade/>
  </p:transition>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5870448"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010400"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9423648"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0433304"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029200" cy="2864364"/>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5870448" y="3498336"/>
            <a:ext cx="5029200" cy="2864364"/>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383280"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5870448" y="1876425"/>
            <a:ext cx="3383280"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10" name="Rectangle 9">
            <a:extLst>
              <a:ext uri="{FF2B5EF4-FFF2-40B4-BE49-F238E27FC236}">
                <a16:creationId xmlns:a16="http://schemas.microsoft.com/office/drawing/2014/main" id="{D7BDA114-C574-6AEC-D31B-87F522A4574D}"/>
              </a:ext>
            </a:extLst>
          </p:cNvPr>
          <p:cNvSpPr/>
          <p:nvPr userDrawn="1"/>
        </p:nvSpPr>
        <p:spPr>
          <a:xfrm>
            <a:off x="450000"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latin typeface="Aptos" panose="020B0004020202020204" pitchFamily="34" charset="0"/>
            </a:endParaRPr>
          </a:p>
        </p:txBody>
      </p:sp>
      <p:sp>
        <p:nvSpPr>
          <p:cNvPr id="11" name="Oval 10">
            <a:extLst>
              <a:ext uri="{FF2B5EF4-FFF2-40B4-BE49-F238E27FC236}">
                <a16:creationId xmlns:a16="http://schemas.microsoft.com/office/drawing/2014/main" id="{656F40AB-A661-E0E4-5DDB-2E4618C1E141}"/>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13" name="Oval 12">
            <a:extLst>
              <a:ext uri="{FF2B5EF4-FFF2-40B4-BE49-F238E27FC236}">
                <a16:creationId xmlns:a16="http://schemas.microsoft.com/office/drawing/2014/main" id="{39A01DCD-79D1-5E16-BFD0-00BAF9E86044}"/>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14" name="Oval 13">
            <a:hlinkClick r:id="rId5" action="ppaction://hlinksldjump"/>
            <a:extLst>
              <a:ext uri="{FF2B5EF4-FFF2-40B4-BE49-F238E27FC236}">
                <a16:creationId xmlns:a16="http://schemas.microsoft.com/office/drawing/2014/main" id="{F7F22CA0-599D-9C98-76B8-69B194EABD53}"/>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15" name="Oval 14">
            <a:hlinkClick r:id="rId5" action="ppaction://hlinksldjump"/>
            <a:extLst>
              <a:ext uri="{FF2B5EF4-FFF2-40B4-BE49-F238E27FC236}">
                <a16:creationId xmlns:a16="http://schemas.microsoft.com/office/drawing/2014/main" id="{60B8C0E2-8BAA-EA0B-09BB-FF8E51AD450F}"/>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16" name="Oval 15">
            <a:hlinkClick r:id="rId5" action="ppaction://hlinksldjump"/>
            <a:extLst>
              <a:ext uri="{FF2B5EF4-FFF2-40B4-BE49-F238E27FC236}">
                <a16:creationId xmlns:a16="http://schemas.microsoft.com/office/drawing/2014/main" id="{7228541F-A544-52FE-FCB6-39ABDCE7767A}"/>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8" name="Freeform 337">
            <a:hlinkClick r:id="rId6" action="ppaction://hlinksldjump"/>
            <a:extLst>
              <a:ext uri="{FF2B5EF4-FFF2-40B4-BE49-F238E27FC236}">
                <a16:creationId xmlns:a16="http://schemas.microsoft.com/office/drawing/2014/main" id="{BD7FF60F-2568-07C8-9AE0-5272B6FB7937}"/>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4013799018"/>
      </p:ext>
    </p:extLst>
  </p:cSld>
  <p:clrMapOvr>
    <a:masterClrMapping/>
  </p:clrMapOvr>
  <p:transition>
    <p:fade/>
  </p:transition>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2" name="Picture 1" descr="Deloitte logo">
            <a:extLst>
              <a:ext uri="{FF2B5EF4-FFF2-40B4-BE49-F238E27FC236}">
                <a16:creationId xmlns:a16="http://schemas.microsoft.com/office/drawing/2014/main" id="{1BEBA89D-3AAC-3CB0-C580-EB5B545736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2"/>
          </a:xfrm>
          <a:prstGeom prst="rect">
            <a:avLst/>
          </a:prstGeom>
        </p:spPr>
      </p:pic>
      <p:pic>
        <p:nvPicPr>
          <p:cNvPr id="4" name="Picture 3">
            <a:extLst>
              <a:ext uri="{FF2B5EF4-FFF2-40B4-BE49-F238E27FC236}">
                <a16:creationId xmlns:a16="http://schemas.microsoft.com/office/drawing/2014/main" id="{E9A559CC-51DB-35EA-25B0-34048764007F}"/>
              </a:ext>
            </a:extLst>
          </p:cNvPr>
          <p:cNvPicPr>
            <a:picLocks noChangeAspect="1"/>
          </p:cNvPicPr>
          <p:nvPr userDrawn="1"/>
        </p:nvPicPr>
        <p:blipFill>
          <a:blip r:embed="rId3"/>
          <a:srcRect/>
          <a:stretch/>
        </p:blipFill>
        <p:spPr>
          <a:xfrm>
            <a:off x="10694852" y="5391335"/>
            <a:ext cx="1198880" cy="1198880"/>
          </a:xfrm>
          <a:prstGeom prst="rect">
            <a:avLst/>
          </a:prstGeom>
        </p:spPr>
      </p:pic>
    </p:spTree>
    <p:extLst>
      <p:ext uri="{BB962C8B-B14F-4D97-AF65-F5344CB8AC3E}">
        <p14:creationId xmlns:p14="http://schemas.microsoft.com/office/powerpoint/2010/main" val="3141091911"/>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vider slide with image - Black">
    <p:bg>
      <p:bgRef idx="1001">
        <a:schemeClr val="bg1"/>
      </p:bgRef>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7200" y="347472"/>
            <a:ext cx="54653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7200" y="832104"/>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dirty="0"/>
              <a:t>Click to add subtitle</a:t>
            </a:r>
          </a:p>
        </p:txBody>
      </p:sp>
      <p:sp>
        <p:nvSpPr>
          <p:cNvPr id="3" name="Oval 2">
            <a:extLst>
              <a:ext uri="{FF2B5EF4-FFF2-40B4-BE49-F238E27FC236}">
                <a16:creationId xmlns:a16="http://schemas.microsoft.com/office/drawing/2014/main" id="{25EFECD7-1F40-A7A6-741A-FAFAAC4FF123}"/>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4" name="Oval 3">
            <a:extLst>
              <a:ext uri="{FF2B5EF4-FFF2-40B4-BE49-F238E27FC236}">
                <a16:creationId xmlns:a16="http://schemas.microsoft.com/office/drawing/2014/main" id="{7077BDC4-705F-FAFD-77D2-CD95FE831393}"/>
              </a:ext>
            </a:extLst>
          </p:cNvPr>
          <p:cNvSpPr/>
          <p:nvPr userDrawn="1"/>
        </p:nvSpPr>
        <p:spPr bwMode="gray">
          <a:xfrm>
            <a:off x="11280775" y="946086"/>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2" action="ppaction://hlinksldjump"/>
            <a:extLst>
              <a:ext uri="{FF2B5EF4-FFF2-40B4-BE49-F238E27FC236}">
                <a16:creationId xmlns:a16="http://schemas.microsoft.com/office/drawing/2014/main" id="{02CFB739-942A-C9DB-7C06-4C1E05FB8778}"/>
              </a:ext>
            </a:extLst>
          </p:cNvPr>
          <p:cNvSpPr/>
          <p:nvPr userDrawn="1"/>
        </p:nvSpPr>
        <p:spPr bwMode="gray">
          <a:xfrm>
            <a:off x="11280775" y="1537893"/>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2" action="ppaction://hlinksldjump"/>
            <a:extLst>
              <a:ext uri="{FF2B5EF4-FFF2-40B4-BE49-F238E27FC236}">
                <a16:creationId xmlns:a16="http://schemas.microsoft.com/office/drawing/2014/main" id="{50399892-4757-953E-1E9A-7D0EF185D9C5}"/>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9" name="Oval 8">
            <a:hlinkClick r:id="rId2" action="ppaction://hlinksldjump"/>
            <a:extLst>
              <a:ext uri="{FF2B5EF4-FFF2-40B4-BE49-F238E27FC236}">
                <a16:creationId xmlns:a16="http://schemas.microsoft.com/office/drawing/2014/main" id="{F1FF34BA-402A-D466-908B-6BAB37EE504D}"/>
              </a:ext>
            </a:extLst>
          </p:cNvPr>
          <p:cNvSpPr/>
          <p:nvPr userDrawn="1"/>
        </p:nvSpPr>
        <p:spPr bwMode="gray">
          <a:xfrm>
            <a:off x="11280775" y="2721509"/>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10" name="Freeform 337">
            <a:hlinkClick r:id="rId3" action="ppaction://hlinksldjump"/>
            <a:extLst>
              <a:ext uri="{FF2B5EF4-FFF2-40B4-BE49-F238E27FC236}">
                <a16:creationId xmlns:a16="http://schemas.microsoft.com/office/drawing/2014/main" id="{10AF190E-EB4C-0A46-CB66-56F5C026EDDB}"/>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tx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4246353812"/>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
        <p:nvSpPr>
          <p:cNvPr id="2" name="Oval 1">
            <a:extLst>
              <a:ext uri="{FF2B5EF4-FFF2-40B4-BE49-F238E27FC236}">
                <a16:creationId xmlns:a16="http://schemas.microsoft.com/office/drawing/2014/main" id="{81B93F29-AB59-ECB1-C17F-9741B66E65E0}"/>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4" name="Oval 3">
            <a:extLst>
              <a:ext uri="{FF2B5EF4-FFF2-40B4-BE49-F238E27FC236}">
                <a16:creationId xmlns:a16="http://schemas.microsoft.com/office/drawing/2014/main" id="{7F2F2B8E-3AD8-E8FE-B0F8-DDA13C564E99}"/>
              </a:ext>
            </a:extLst>
          </p:cNvPr>
          <p:cNvSpPr/>
          <p:nvPr userDrawn="1"/>
        </p:nvSpPr>
        <p:spPr bwMode="gray">
          <a:xfrm>
            <a:off x="11280775" y="946086"/>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5" name="Oval 4">
            <a:hlinkClick r:id="rId2" action="ppaction://hlinksldjump"/>
            <a:extLst>
              <a:ext uri="{FF2B5EF4-FFF2-40B4-BE49-F238E27FC236}">
                <a16:creationId xmlns:a16="http://schemas.microsoft.com/office/drawing/2014/main" id="{2093FCA5-BDDC-2AC4-8906-5DEEFADF09E4}"/>
              </a:ext>
            </a:extLst>
          </p:cNvPr>
          <p:cNvSpPr/>
          <p:nvPr userDrawn="1"/>
        </p:nvSpPr>
        <p:spPr bwMode="gray">
          <a:xfrm>
            <a:off x="11280775" y="1537893"/>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6" name="Oval 5">
            <a:hlinkClick r:id="rId2" action="ppaction://hlinksldjump"/>
            <a:extLst>
              <a:ext uri="{FF2B5EF4-FFF2-40B4-BE49-F238E27FC236}">
                <a16:creationId xmlns:a16="http://schemas.microsoft.com/office/drawing/2014/main" id="{BF031332-764A-E2A5-3D96-76DED99BD28E}"/>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2" action="ppaction://hlinksldjump"/>
            <a:extLst>
              <a:ext uri="{FF2B5EF4-FFF2-40B4-BE49-F238E27FC236}">
                <a16:creationId xmlns:a16="http://schemas.microsoft.com/office/drawing/2014/main" id="{9951EF5B-FD5F-35D6-8B74-D49FC8933F5D}"/>
              </a:ext>
            </a:extLst>
          </p:cNvPr>
          <p:cNvSpPr/>
          <p:nvPr userDrawn="1"/>
        </p:nvSpPr>
        <p:spPr bwMode="gray">
          <a:xfrm>
            <a:off x="11280775" y="2721509"/>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8" name="Freeform 337">
            <a:hlinkClick r:id="rId3" action="ppaction://hlinksldjump"/>
            <a:extLst>
              <a:ext uri="{FF2B5EF4-FFF2-40B4-BE49-F238E27FC236}">
                <a16:creationId xmlns:a16="http://schemas.microsoft.com/office/drawing/2014/main" id="{A964132B-C26B-D075-50A7-1C78325AD499}"/>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tx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128583691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0433304"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Oval 3">
            <a:extLst>
              <a:ext uri="{FF2B5EF4-FFF2-40B4-BE49-F238E27FC236}">
                <a16:creationId xmlns:a16="http://schemas.microsoft.com/office/drawing/2014/main" id="{F496D571-B1A5-3A99-C3D7-E348CBE99CCB}"/>
              </a:ext>
            </a:extLst>
          </p:cNvPr>
          <p:cNvSpPr/>
          <p:nvPr userDrawn="1"/>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5" name="Oval 4">
            <a:extLst>
              <a:ext uri="{FF2B5EF4-FFF2-40B4-BE49-F238E27FC236}">
                <a16:creationId xmlns:a16="http://schemas.microsoft.com/office/drawing/2014/main" id="{2BD6C792-F1BB-5A81-49C5-8F64DBAA92C7}"/>
              </a:ext>
            </a:extLst>
          </p:cNvPr>
          <p:cNvSpPr/>
          <p:nvPr userDrawn="1"/>
        </p:nvSpPr>
        <p:spPr bwMode="gray">
          <a:xfrm>
            <a:off x="11280775" y="946086"/>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6" name="Oval 5">
            <a:hlinkClick r:id="rId2" action="ppaction://hlinksldjump"/>
            <a:extLst>
              <a:ext uri="{FF2B5EF4-FFF2-40B4-BE49-F238E27FC236}">
                <a16:creationId xmlns:a16="http://schemas.microsoft.com/office/drawing/2014/main" id="{6BE7EDE0-7CA3-B424-8E59-19423F925CCF}"/>
              </a:ext>
            </a:extLst>
          </p:cNvPr>
          <p:cNvSpPr/>
          <p:nvPr userDrawn="1"/>
        </p:nvSpPr>
        <p:spPr bwMode="gray">
          <a:xfrm>
            <a:off x="11280775" y="1537893"/>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2" action="ppaction://hlinksldjump"/>
            <a:extLst>
              <a:ext uri="{FF2B5EF4-FFF2-40B4-BE49-F238E27FC236}">
                <a16:creationId xmlns:a16="http://schemas.microsoft.com/office/drawing/2014/main" id="{540089CF-6ACB-1996-75A3-D48A42B32CC9}"/>
              </a:ext>
            </a:extLst>
          </p:cNvPr>
          <p:cNvSpPr/>
          <p:nvPr userDrawn="1"/>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2" action="ppaction://hlinksldjump"/>
            <a:extLst>
              <a:ext uri="{FF2B5EF4-FFF2-40B4-BE49-F238E27FC236}">
                <a16:creationId xmlns:a16="http://schemas.microsoft.com/office/drawing/2014/main" id="{EE32384A-B26B-D3EC-56D0-3999B518225E}"/>
              </a:ext>
            </a:extLst>
          </p:cNvPr>
          <p:cNvSpPr/>
          <p:nvPr userDrawn="1"/>
        </p:nvSpPr>
        <p:spPr bwMode="gray">
          <a:xfrm>
            <a:off x="11280775" y="2721509"/>
            <a:ext cx="462286" cy="462286"/>
          </a:xfrm>
          <a:prstGeom prst="ellipse">
            <a:avLst/>
          </a:prstGeom>
          <a:solidFill>
            <a:schemeClr val="tx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9" name="Freeform 337">
            <a:hlinkClick r:id="rId3" action="ppaction://hlinksldjump"/>
            <a:extLst>
              <a:ext uri="{FF2B5EF4-FFF2-40B4-BE49-F238E27FC236}">
                <a16:creationId xmlns:a16="http://schemas.microsoft.com/office/drawing/2014/main" id="{A467BD49-1441-60BA-14EE-E283A2C17F47}"/>
              </a:ext>
            </a:extLst>
          </p:cNvPr>
          <p:cNvSpPr>
            <a:spLocks noChangeAspect="1" noEditPoints="1"/>
          </p:cNvSpPr>
          <p:nvPr userDrawn="1"/>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tx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4032790914"/>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0433304"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0433304"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0433304"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2" name="Oval 1">
            <a:extLst>
              <a:ext uri="{FF2B5EF4-FFF2-40B4-BE49-F238E27FC236}">
                <a16:creationId xmlns:a16="http://schemas.microsoft.com/office/drawing/2014/main" id="{9A9DEF26-2DA4-0608-9CD6-DA54CB7053A8}"/>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tx1"/>
                </a:solidFill>
                <a:latin typeface="Aptos" panose="020B0004020202020204" pitchFamily="34" charset="0"/>
                <a:cs typeface="Aparajita" panose="020B0502040204020203" pitchFamily="18" charset="0"/>
              </a:rPr>
              <a:t>01</a:t>
            </a:r>
            <a:endParaRPr lang="en-GB" sz="1400" dirty="0">
              <a:solidFill>
                <a:schemeClr val="tx1"/>
              </a:solidFill>
              <a:latin typeface="Aptos" panose="020B0004020202020204" pitchFamily="34" charset="0"/>
              <a:cs typeface="Aparajita" panose="020B0502040204020203" pitchFamily="18" charset="0"/>
            </a:endParaRPr>
          </a:p>
        </p:txBody>
      </p:sp>
      <p:sp>
        <p:nvSpPr>
          <p:cNvPr id="3" name="Oval 2">
            <a:hlinkClick r:id="rId5" action="ppaction://hlinksldjump"/>
            <a:extLst>
              <a:ext uri="{FF2B5EF4-FFF2-40B4-BE49-F238E27FC236}">
                <a16:creationId xmlns:a16="http://schemas.microsoft.com/office/drawing/2014/main" id="{AEE5C64C-FFF4-1723-FFDB-AF4D1A27D2A6}"/>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02</a:t>
            </a:r>
            <a:endParaRPr lang="en-GB" sz="1400" dirty="0">
              <a:solidFill>
                <a:schemeClr val="tx1"/>
              </a:solidFill>
              <a:latin typeface="Aptos" panose="020B0004020202020204" pitchFamily="34" charset="0"/>
              <a:cs typeface="Aparajita" panose="020B0502040204020203" pitchFamily="18" charset="0"/>
            </a:endParaRPr>
          </a:p>
        </p:txBody>
      </p:sp>
      <p:sp>
        <p:nvSpPr>
          <p:cNvPr id="4" name="Oval 3">
            <a:hlinkClick r:id="rId5" action="ppaction://hlinksldjump"/>
            <a:extLst>
              <a:ext uri="{FF2B5EF4-FFF2-40B4-BE49-F238E27FC236}">
                <a16:creationId xmlns:a16="http://schemas.microsoft.com/office/drawing/2014/main" id="{1F905718-F77C-28C3-FE92-889ED4380F9D}"/>
              </a:ext>
            </a:extLst>
          </p:cNvPr>
          <p:cNvSpPr/>
          <p:nvPr userDrawn="1"/>
        </p:nvSpPr>
        <p:spPr bwMode="gray">
          <a:xfrm>
            <a:off x="11280775" y="2129701"/>
            <a:ext cx="462286" cy="462286"/>
          </a:xfrm>
          <a:prstGeom prst="ellipse">
            <a:avLst/>
          </a:prstGeom>
          <a:solidFill>
            <a:schemeClr val="bg1"/>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03</a:t>
            </a:r>
            <a:endParaRPr lang="en-GB" sz="1400" dirty="0">
              <a:solidFill>
                <a:schemeClr val="tx1"/>
              </a:solidFill>
              <a:latin typeface="Aptos" panose="020B0004020202020204" pitchFamily="34" charset="0"/>
              <a:cs typeface="Aparajita" panose="020B0502040204020203" pitchFamily="18" charset="0"/>
            </a:endParaRPr>
          </a:p>
        </p:txBody>
      </p:sp>
      <p:sp>
        <p:nvSpPr>
          <p:cNvPr id="5" name="Oval 4">
            <a:hlinkClick r:id="rId5" action="ppaction://hlinksldjump"/>
            <a:extLst>
              <a:ext uri="{FF2B5EF4-FFF2-40B4-BE49-F238E27FC236}">
                <a16:creationId xmlns:a16="http://schemas.microsoft.com/office/drawing/2014/main" id="{205021F1-8086-898D-6EC7-9C5A393F0B3F}"/>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04</a:t>
            </a:r>
            <a:endParaRPr lang="en-GB" sz="1400" dirty="0">
              <a:solidFill>
                <a:schemeClr val="tx1"/>
              </a:solidFill>
              <a:latin typeface="Aptos" panose="020B0004020202020204" pitchFamily="34" charset="0"/>
              <a:cs typeface="Aparajita" panose="020B0502040204020203" pitchFamily="18" charset="0"/>
            </a:endParaRPr>
          </a:p>
        </p:txBody>
      </p:sp>
      <p:sp>
        <p:nvSpPr>
          <p:cNvPr id="6" name="Freeform 337">
            <a:hlinkClick r:id="rId6" action="ppaction://hlinksldjump"/>
            <a:extLst>
              <a:ext uri="{FF2B5EF4-FFF2-40B4-BE49-F238E27FC236}">
                <a16:creationId xmlns:a16="http://schemas.microsoft.com/office/drawing/2014/main" id="{BF043CD9-157A-53C7-B1EA-4A140CF9ABB9}"/>
              </a:ext>
            </a:extLst>
          </p:cNvPr>
          <p:cNvSpPr>
            <a:spLocks noChangeAspect="1" noEditPoints="1"/>
          </p:cNvSpPr>
          <p:nvPr userDrawn="1"/>
        </p:nvSpPr>
        <p:spPr bwMode="auto">
          <a:xfrm>
            <a:off x="11293426" y="376278"/>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solidFill>
                <a:schemeClr val="tx1"/>
              </a:solidFill>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4180086681"/>
      </p:ext>
    </p:extLst>
  </p:cSld>
  <p:clrMapOvr>
    <a:masterClrMapping/>
  </p:clrMapOvr>
  <p:transition>
    <p:fade/>
  </p:transition>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2" name="Oval 1">
            <a:extLst>
              <a:ext uri="{FF2B5EF4-FFF2-40B4-BE49-F238E27FC236}">
                <a16:creationId xmlns:a16="http://schemas.microsoft.com/office/drawing/2014/main" id="{23C3FBF3-9FB0-CB3E-F5F7-985B50564B84}"/>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tx1"/>
                </a:solidFill>
                <a:latin typeface="Aptos" panose="020B0004020202020204" pitchFamily="34" charset="0"/>
                <a:cs typeface="Aparajita" panose="020B0502040204020203" pitchFamily="18" charset="0"/>
              </a:rPr>
              <a:t>01</a:t>
            </a:r>
            <a:endParaRPr lang="en-GB" sz="1400" dirty="0">
              <a:solidFill>
                <a:schemeClr val="tx1"/>
              </a:solidFill>
              <a:latin typeface="Aptos" panose="020B0004020202020204" pitchFamily="34" charset="0"/>
              <a:cs typeface="Aparajita" panose="020B0502040204020203" pitchFamily="18" charset="0"/>
            </a:endParaRPr>
          </a:p>
        </p:txBody>
      </p:sp>
      <p:sp>
        <p:nvSpPr>
          <p:cNvPr id="4" name="Oval 3">
            <a:hlinkClick r:id="rId5" action="ppaction://hlinksldjump"/>
            <a:extLst>
              <a:ext uri="{FF2B5EF4-FFF2-40B4-BE49-F238E27FC236}">
                <a16:creationId xmlns:a16="http://schemas.microsoft.com/office/drawing/2014/main" id="{F707C7DB-19EA-95AA-6532-F027E89E5CA8}"/>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02</a:t>
            </a:r>
            <a:endParaRPr lang="en-GB" sz="1400" dirty="0">
              <a:solidFill>
                <a:schemeClr val="tx1"/>
              </a:solidFill>
              <a:latin typeface="Aptos" panose="020B0004020202020204" pitchFamily="34" charset="0"/>
              <a:cs typeface="Aparajita" panose="020B0502040204020203" pitchFamily="18" charset="0"/>
            </a:endParaRPr>
          </a:p>
        </p:txBody>
      </p:sp>
      <p:sp>
        <p:nvSpPr>
          <p:cNvPr id="5" name="Oval 4">
            <a:hlinkClick r:id="rId5" action="ppaction://hlinksldjump"/>
            <a:extLst>
              <a:ext uri="{FF2B5EF4-FFF2-40B4-BE49-F238E27FC236}">
                <a16:creationId xmlns:a16="http://schemas.microsoft.com/office/drawing/2014/main" id="{502EC678-8D4A-650B-2682-64ECA2188222}"/>
              </a:ext>
            </a:extLst>
          </p:cNvPr>
          <p:cNvSpPr/>
          <p:nvPr userDrawn="1"/>
        </p:nvSpPr>
        <p:spPr bwMode="gray">
          <a:xfrm>
            <a:off x="11280775" y="2129701"/>
            <a:ext cx="462286" cy="462286"/>
          </a:xfrm>
          <a:prstGeom prst="ellipse">
            <a:avLst/>
          </a:prstGeom>
          <a:solidFill>
            <a:schemeClr val="bg1"/>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03</a:t>
            </a:r>
            <a:endParaRPr lang="en-GB" sz="1400" dirty="0">
              <a:solidFill>
                <a:schemeClr val="tx1"/>
              </a:solidFill>
              <a:latin typeface="Aptos" panose="020B0004020202020204" pitchFamily="34" charset="0"/>
              <a:cs typeface="Aparajita" panose="020B0502040204020203" pitchFamily="18" charset="0"/>
            </a:endParaRPr>
          </a:p>
        </p:txBody>
      </p:sp>
      <p:sp>
        <p:nvSpPr>
          <p:cNvPr id="6" name="Oval 5">
            <a:hlinkClick r:id="rId5" action="ppaction://hlinksldjump"/>
            <a:extLst>
              <a:ext uri="{FF2B5EF4-FFF2-40B4-BE49-F238E27FC236}">
                <a16:creationId xmlns:a16="http://schemas.microsoft.com/office/drawing/2014/main" id="{25B68139-8BFE-816B-671E-FEEE450D01BF}"/>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04</a:t>
            </a:r>
            <a:endParaRPr lang="en-GB" sz="1400" dirty="0">
              <a:solidFill>
                <a:schemeClr val="tx1"/>
              </a:solidFill>
              <a:latin typeface="Aptos" panose="020B0004020202020204" pitchFamily="34" charset="0"/>
              <a:cs typeface="Aparajita" panose="020B0502040204020203" pitchFamily="18" charset="0"/>
            </a:endParaRPr>
          </a:p>
        </p:txBody>
      </p:sp>
      <p:sp>
        <p:nvSpPr>
          <p:cNvPr id="8" name="Freeform 337">
            <a:hlinkClick r:id="rId6" action="ppaction://hlinksldjump"/>
            <a:extLst>
              <a:ext uri="{FF2B5EF4-FFF2-40B4-BE49-F238E27FC236}">
                <a16:creationId xmlns:a16="http://schemas.microsoft.com/office/drawing/2014/main" id="{36804814-575F-58BC-71FC-AD0B4E1F4690}"/>
              </a:ext>
            </a:extLst>
          </p:cNvPr>
          <p:cNvSpPr>
            <a:spLocks noChangeAspect="1" noEditPoints="1"/>
          </p:cNvSpPr>
          <p:nvPr userDrawn="1"/>
        </p:nvSpPr>
        <p:spPr bwMode="auto">
          <a:xfrm>
            <a:off x="11293426" y="376278"/>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solidFill>
                <a:schemeClr val="tx1"/>
              </a:solidFill>
              <a:latin typeface="Aptos" panose="020B0004020202020204" pitchFamily="34" charset="0"/>
              <a:cs typeface="Aparajita" panose="020B0502040204020203" pitchFamily="18" charset="0"/>
            </a:endParaRPr>
          </a:p>
        </p:txBody>
      </p:sp>
      <p:sp>
        <p:nvSpPr>
          <p:cNvPr id="9" name="Content Placeholder 3">
            <a:extLst>
              <a:ext uri="{FF2B5EF4-FFF2-40B4-BE49-F238E27FC236}">
                <a16:creationId xmlns:a16="http://schemas.microsoft.com/office/drawing/2014/main" id="{83EF8EA2-78C8-87B2-5E5D-71C9E21ECE69}"/>
              </a:ext>
            </a:extLst>
          </p:cNvPr>
          <p:cNvSpPr>
            <a:spLocks noGrp="1"/>
          </p:cNvSpPr>
          <p:nvPr>
            <p:ph sz="quarter" idx="10" hasCustomPrompt="1"/>
          </p:nvPr>
        </p:nvSpPr>
        <p:spPr>
          <a:xfrm>
            <a:off x="457200" y="1679544"/>
            <a:ext cx="50292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Content Placeholder 3">
            <a:extLst>
              <a:ext uri="{FF2B5EF4-FFF2-40B4-BE49-F238E27FC236}">
                <a16:creationId xmlns:a16="http://schemas.microsoft.com/office/drawing/2014/main" id="{70AB4979-A3B4-AC8F-474C-3B9AD5B4F5F2}"/>
              </a:ext>
            </a:extLst>
          </p:cNvPr>
          <p:cNvSpPr>
            <a:spLocks noGrp="1"/>
          </p:cNvSpPr>
          <p:nvPr>
            <p:ph sz="quarter" idx="20" hasCustomPrompt="1"/>
          </p:nvPr>
        </p:nvSpPr>
        <p:spPr>
          <a:xfrm>
            <a:off x="5867400" y="1682496"/>
            <a:ext cx="50292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solidFill>
                  <a:schemeClr val="bg1"/>
                </a:solidFill>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827250"/>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2" name="Oval 1">
            <a:extLst>
              <a:ext uri="{FF2B5EF4-FFF2-40B4-BE49-F238E27FC236}">
                <a16:creationId xmlns:a16="http://schemas.microsoft.com/office/drawing/2014/main" id="{95C6723D-397F-180A-56EA-4AFE33E566C8}"/>
              </a:ext>
            </a:extLst>
          </p:cNvPr>
          <p:cNvSpPr/>
          <p:nvPr userDrawn="1"/>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tx1"/>
                </a:solidFill>
                <a:latin typeface="Aptos" panose="020B0004020202020204" pitchFamily="34" charset="0"/>
                <a:cs typeface="Aparajita" panose="020B0502040204020203" pitchFamily="18" charset="0"/>
              </a:rPr>
              <a:t>01</a:t>
            </a:r>
            <a:endParaRPr lang="en-GB" sz="1400" dirty="0">
              <a:solidFill>
                <a:schemeClr val="tx1"/>
              </a:solidFill>
              <a:latin typeface="Aptos" panose="020B0004020202020204" pitchFamily="34" charset="0"/>
              <a:cs typeface="Aparajita" panose="020B0502040204020203" pitchFamily="18" charset="0"/>
            </a:endParaRPr>
          </a:p>
        </p:txBody>
      </p:sp>
      <p:sp>
        <p:nvSpPr>
          <p:cNvPr id="3" name="Oval 2">
            <a:hlinkClick r:id="rId5" action="ppaction://hlinksldjump"/>
            <a:extLst>
              <a:ext uri="{FF2B5EF4-FFF2-40B4-BE49-F238E27FC236}">
                <a16:creationId xmlns:a16="http://schemas.microsoft.com/office/drawing/2014/main" id="{C4809BAE-95DD-C21C-6500-6D461E9AE11E}"/>
              </a:ext>
            </a:extLst>
          </p:cNvPr>
          <p:cNvSpPr/>
          <p:nvPr userDrawn="1"/>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02</a:t>
            </a:r>
            <a:endParaRPr lang="en-GB" sz="1400" dirty="0">
              <a:solidFill>
                <a:schemeClr val="tx1"/>
              </a:solidFill>
              <a:latin typeface="Aptos" panose="020B0004020202020204" pitchFamily="34" charset="0"/>
              <a:cs typeface="Aparajita" panose="020B0502040204020203" pitchFamily="18" charset="0"/>
            </a:endParaRPr>
          </a:p>
        </p:txBody>
      </p:sp>
      <p:sp>
        <p:nvSpPr>
          <p:cNvPr id="5" name="Oval 4">
            <a:hlinkClick r:id="rId5" action="ppaction://hlinksldjump"/>
            <a:extLst>
              <a:ext uri="{FF2B5EF4-FFF2-40B4-BE49-F238E27FC236}">
                <a16:creationId xmlns:a16="http://schemas.microsoft.com/office/drawing/2014/main" id="{B2510792-2C4A-34F7-87FA-247B876B942C}"/>
              </a:ext>
            </a:extLst>
          </p:cNvPr>
          <p:cNvSpPr/>
          <p:nvPr userDrawn="1"/>
        </p:nvSpPr>
        <p:spPr bwMode="gray">
          <a:xfrm>
            <a:off x="11280775" y="2129701"/>
            <a:ext cx="462286" cy="462286"/>
          </a:xfrm>
          <a:prstGeom prst="ellipse">
            <a:avLst/>
          </a:prstGeom>
          <a:solidFill>
            <a:schemeClr val="bg1"/>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03</a:t>
            </a:r>
            <a:endParaRPr lang="en-GB" sz="1400" dirty="0">
              <a:solidFill>
                <a:schemeClr val="tx1"/>
              </a:solidFill>
              <a:latin typeface="Aptos" panose="020B0004020202020204" pitchFamily="34" charset="0"/>
              <a:cs typeface="Aparajita" panose="020B0502040204020203" pitchFamily="18" charset="0"/>
            </a:endParaRPr>
          </a:p>
        </p:txBody>
      </p:sp>
      <p:sp>
        <p:nvSpPr>
          <p:cNvPr id="6" name="Oval 5">
            <a:hlinkClick r:id="rId5" action="ppaction://hlinksldjump"/>
            <a:extLst>
              <a:ext uri="{FF2B5EF4-FFF2-40B4-BE49-F238E27FC236}">
                <a16:creationId xmlns:a16="http://schemas.microsoft.com/office/drawing/2014/main" id="{A2D70AB2-B7AC-9475-4F56-74C6615C0B6E}"/>
              </a:ext>
            </a:extLst>
          </p:cNvPr>
          <p:cNvSpPr/>
          <p:nvPr userDrawn="1"/>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tx1"/>
                </a:solidFill>
                <a:latin typeface="Aptos" panose="020B0004020202020204" pitchFamily="34" charset="0"/>
                <a:cs typeface="Aparajita" panose="020B0502040204020203" pitchFamily="18" charset="0"/>
              </a:rPr>
              <a:t>04</a:t>
            </a:r>
            <a:endParaRPr lang="en-GB" sz="1400" dirty="0">
              <a:solidFill>
                <a:schemeClr val="tx1"/>
              </a:solidFill>
              <a:latin typeface="Aptos" panose="020B0004020202020204" pitchFamily="34" charset="0"/>
              <a:cs typeface="Aparajita" panose="020B0502040204020203" pitchFamily="18" charset="0"/>
            </a:endParaRPr>
          </a:p>
        </p:txBody>
      </p:sp>
      <p:sp>
        <p:nvSpPr>
          <p:cNvPr id="11" name="Freeform 337">
            <a:hlinkClick r:id="rId6" action="ppaction://hlinksldjump"/>
            <a:extLst>
              <a:ext uri="{FF2B5EF4-FFF2-40B4-BE49-F238E27FC236}">
                <a16:creationId xmlns:a16="http://schemas.microsoft.com/office/drawing/2014/main" id="{D90B489C-8F65-D6A9-F891-19665D0C7CE5}"/>
              </a:ext>
            </a:extLst>
          </p:cNvPr>
          <p:cNvSpPr>
            <a:spLocks noChangeAspect="1" noEditPoints="1"/>
          </p:cNvSpPr>
          <p:nvPr userDrawn="1"/>
        </p:nvSpPr>
        <p:spPr bwMode="auto">
          <a:xfrm>
            <a:off x="11293426" y="376278"/>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solidFill>
                <a:schemeClr val="tx1"/>
              </a:solidFill>
              <a:latin typeface="Aptos" panose="020B0004020202020204" pitchFamily="34" charset="0"/>
              <a:cs typeface="Aparajita" panose="020B0502040204020203" pitchFamily="18" charset="0"/>
            </a:endParaRPr>
          </a:p>
        </p:txBody>
      </p:sp>
      <p:sp>
        <p:nvSpPr>
          <p:cNvPr id="12" name="Content Placeholder 3">
            <a:extLst>
              <a:ext uri="{FF2B5EF4-FFF2-40B4-BE49-F238E27FC236}">
                <a16:creationId xmlns:a16="http://schemas.microsoft.com/office/drawing/2014/main" id="{8F4C6FF8-3A3D-7765-5A5F-7B5FDD661626}"/>
              </a:ext>
            </a:extLst>
          </p:cNvPr>
          <p:cNvSpPr>
            <a:spLocks noGrp="1"/>
          </p:cNvSpPr>
          <p:nvPr>
            <p:ph sz="quarter" idx="10" hasCustomPrompt="1"/>
          </p:nvPr>
        </p:nvSpPr>
        <p:spPr>
          <a:xfrm>
            <a:off x="457199" y="1680432"/>
            <a:ext cx="333756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Placeholder 3">
            <a:extLst>
              <a:ext uri="{FF2B5EF4-FFF2-40B4-BE49-F238E27FC236}">
                <a16:creationId xmlns:a16="http://schemas.microsoft.com/office/drawing/2014/main" id="{58CDD275-EAE6-F124-D1C3-0A2665BEF5D9}"/>
              </a:ext>
            </a:extLst>
          </p:cNvPr>
          <p:cNvSpPr>
            <a:spLocks noGrp="1"/>
          </p:cNvSpPr>
          <p:nvPr>
            <p:ph sz="quarter" idx="17" hasCustomPrompt="1"/>
          </p:nvPr>
        </p:nvSpPr>
        <p:spPr>
          <a:xfrm>
            <a:off x="4003702" y="1680432"/>
            <a:ext cx="333756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Content Placeholder 3">
            <a:extLst>
              <a:ext uri="{FF2B5EF4-FFF2-40B4-BE49-F238E27FC236}">
                <a16:creationId xmlns:a16="http://schemas.microsoft.com/office/drawing/2014/main" id="{3FCA9747-2419-7E99-F4EB-E7860DC6BC15}"/>
              </a:ext>
            </a:extLst>
          </p:cNvPr>
          <p:cNvSpPr>
            <a:spLocks noGrp="1"/>
          </p:cNvSpPr>
          <p:nvPr>
            <p:ph sz="quarter" idx="18" hasCustomPrompt="1"/>
          </p:nvPr>
        </p:nvSpPr>
        <p:spPr>
          <a:xfrm>
            <a:off x="7552944" y="1680432"/>
            <a:ext cx="333756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27465064"/>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2" name="Content Placeholder 3">
            <a:extLst>
              <a:ext uri="{FF2B5EF4-FFF2-40B4-BE49-F238E27FC236}">
                <a16:creationId xmlns:a16="http://schemas.microsoft.com/office/drawing/2014/main" id="{4261F2E4-C20A-A728-8FD9-2DACC8D5D1B7}"/>
              </a:ext>
            </a:extLst>
          </p:cNvPr>
          <p:cNvSpPr>
            <a:spLocks noGrp="1"/>
          </p:cNvSpPr>
          <p:nvPr>
            <p:ph sz="quarter" idx="10" hasCustomPrompt="1"/>
          </p:nvPr>
        </p:nvSpPr>
        <p:spPr>
          <a:xfrm>
            <a:off x="457200"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36604509-7366-6786-7C2F-E0FA9D5242BD}"/>
              </a:ext>
            </a:extLst>
          </p:cNvPr>
          <p:cNvSpPr>
            <a:spLocks noGrp="1"/>
          </p:cNvSpPr>
          <p:nvPr>
            <p:ph sz="quarter" idx="14" hasCustomPrompt="1"/>
          </p:nvPr>
        </p:nvSpPr>
        <p:spPr>
          <a:xfrm>
            <a:off x="3112008"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388E2CD0-C53A-17E8-CCD1-256E38E9FD21}"/>
              </a:ext>
            </a:extLst>
          </p:cNvPr>
          <p:cNvSpPr>
            <a:spLocks noGrp="1"/>
          </p:cNvSpPr>
          <p:nvPr>
            <p:ph sz="quarter" idx="15" hasCustomPrompt="1"/>
          </p:nvPr>
        </p:nvSpPr>
        <p:spPr>
          <a:xfrm>
            <a:off x="5766816"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Content Placeholder 3">
            <a:extLst>
              <a:ext uri="{FF2B5EF4-FFF2-40B4-BE49-F238E27FC236}">
                <a16:creationId xmlns:a16="http://schemas.microsoft.com/office/drawing/2014/main" id="{96A01B73-615A-425C-FD27-C6A34071BB94}"/>
              </a:ext>
            </a:extLst>
          </p:cNvPr>
          <p:cNvSpPr>
            <a:spLocks noGrp="1"/>
          </p:cNvSpPr>
          <p:nvPr>
            <p:ph sz="quarter" idx="16" hasCustomPrompt="1"/>
          </p:nvPr>
        </p:nvSpPr>
        <p:spPr>
          <a:xfrm>
            <a:off x="8421624" y="1678002"/>
            <a:ext cx="2468880"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Tree>
    <p:extLst>
      <p:ext uri="{BB962C8B-B14F-4D97-AF65-F5344CB8AC3E}">
        <p14:creationId xmlns:p14="http://schemas.microsoft.com/office/powerpoint/2010/main" val="2041691833"/>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6" name="Picture Placeholder 11">
            <a:extLst>
              <a:ext uri="{FF2B5EF4-FFF2-40B4-BE49-F238E27FC236}">
                <a16:creationId xmlns:a16="http://schemas.microsoft.com/office/drawing/2014/main" id="{310C1B47-4D69-7DD5-4E82-90056386C61B}"/>
              </a:ext>
            </a:extLst>
          </p:cNvPr>
          <p:cNvSpPr>
            <a:spLocks noGrp="1"/>
          </p:cNvSpPr>
          <p:nvPr>
            <p:ph type="pic" sz="quarter" idx="29"/>
          </p:nvPr>
        </p:nvSpPr>
        <p:spPr>
          <a:xfrm>
            <a:off x="459624" y="4256213"/>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14" name="Text Placeholder 12">
            <a:extLst>
              <a:ext uri="{FF2B5EF4-FFF2-40B4-BE49-F238E27FC236}">
                <a16:creationId xmlns:a16="http://schemas.microsoft.com/office/drawing/2014/main" id="{1D90978C-27C3-1874-9E52-B4623CED5F4E}"/>
              </a:ext>
            </a:extLst>
          </p:cNvPr>
          <p:cNvSpPr>
            <a:spLocks noGrp="1"/>
          </p:cNvSpPr>
          <p:nvPr>
            <p:ph type="body" sz="quarter" idx="34" hasCustomPrompt="1"/>
          </p:nvPr>
        </p:nvSpPr>
        <p:spPr>
          <a:xfrm>
            <a:off x="2104052" y="4256213"/>
            <a:ext cx="3382348"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vl3pPr marL="365760">
              <a:defRPr b="0">
                <a:solidFill>
                  <a:schemeClr val="bg1"/>
                </a:solidFill>
              </a:defRPr>
            </a:lvl3pPr>
            <a:lvl4pPr marL="548640" indent="-182880">
              <a:defRPr b="0">
                <a:solidFill>
                  <a:schemeClr val="bg1"/>
                </a:solidFill>
              </a:defRPr>
            </a:lvl4pPr>
            <a:lvl5pPr marL="731520">
              <a:defRPr b="0">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5" name="Rectangle 14">
            <a:extLst>
              <a:ext uri="{FF2B5EF4-FFF2-40B4-BE49-F238E27FC236}">
                <a16:creationId xmlns:a16="http://schemas.microsoft.com/office/drawing/2014/main" id="{E07C71AE-67C1-77B2-2789-C967B291B5BE}"/>
              </a:ext>
            </a:extLst>
          </p:cNvPr>
          <p:cNvSpPr/>
          <p:nvPr userDrawn="1"/>
        </p:nvSpPr>
        <p:spPr>
          <a:xfrm>
            <a:off x="457200"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808ADD72-2920-A9D4-3A1D-037343C92436}"/>
              </a:ext>
            </a:extLst>
          </p:cNvPr>
          <p:cNvSpPr/>
          <p:nvPr userDrawn="1"/>
        </p:nvSpPr>
        <p:spPr>
          <a:xfrm>
            <a:off x="457200" y="4044901"/>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8" name="Picture Placeholder 11">
            <a:extLst>
              <a:ext uri="{FF2B5EF4-FFF2-40B4-BE49-F238E27FC236}">
                <a16:creationId xmlns:a16="http://schemas.microsoft.com/office/drawing/2014/main" id="{F4092BEA-E5ED-9424-7278-808F4A0BC8D2}"/>
              </a:ext>
            </a:extLst>
          </p:cNvPr>
          <p:cNvSpPr>
            <a:spLocks noGrp="1"/>
          </p:cNvSpPr>
          <p:nvPr>
            <p:ph type="pic" sz="quarter" idx="25"/>
          </p:nvPr>
        </p:nvSpPr>
        <p:spPr>
          <a:xfrm>
            <a:off x="459624" y="1880213"/>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20" name="Text Placeholder 12">
            <a:extLst>
              <a:ext uri="{FF2B5EF4-FFF2-40B4-BE49-F238E27FC236}">
                <a16:creationId xmlns:a16="http://schemas.microsoft.com/office/drawing/2014/main" id="{359303A6-6FF6-FEE8-6034-B58849C15F6D}"/>
              </a:ext>
            </a:extLst>
          </p:cNvPr>
          <p:cNvSpPr>
            <a:spLocks noGrp="1"/>
          </p:cNvSpPr>
          <p:nvPr>
            <p:ph type="body" sz="quarter" idx="32" hasCustomPrompt="1"/>
          </p:nvPr>
        </p:nvSpPr>
        <p:spPr>
          <a:xfrm>
            <a:off x="2104052" y="1880213"/>
            <a:ext cx="3382348"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lvl="0"/>
            <a:endParaRPr lang="en-US" dirty="0"/>
          </a:p>
        </p:txBody>
      </p:sp>
      <p:sp>
        <p:nvSpPr>
          <p:cNvPr id="23" name="Picture Placeholder 11">
            <a:extLst>
              <a:ext uri="{FF2B5EF4-FFF2-40B4-BE49-F238E27FC236}">
                <a16:creationId xmlns:a16="http://schemas.microsoft.com/office/drawing/2014/main" id="{B9F70B5C-C2EC-1EAD-3AAE-D0DF287F1168}"/>
              </a:ext>
            </a:extLst>
          </p:cNvPr>
          <p:cNvSpPr>
            <a:spLocks noGrp="1"/>
          </p:cNvSpPr>
          <p:nvPr>
            <p:ph type="pic" sz="quarter" idx="35"/>
          </p:nvPr>
        </p:nvSpPr>
        <p:spPr>
          <a:xfrm>
            <a:off x="5868522" y="4256213"/>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24" name="Text Placeholder 12">
            <a:extLst>
              <a:ext uri="{FF2B5EF4-FFF2-40B4-BE49-F238E27FC236}">
                <a16:creationId xmlns:a16="http://schemas.microsoft.com/office/drawing/2014/main" id="{830AB7C9-23D9-AA44-5891-793D7B6D4D3B}"/>
              </a:ext>
            </a:extLst>
          </p:cNvPr>
          <p:cNvSpPr>
            <a:spLocks noGrp="1"/>
          </p:cNvSpPr>
          <p:nvPr>
            <p:ph type="body" sz="quarter" idx="36" hasCustomPrompt="1"/>
          </p:nvPr>
        </p:nvSpPr>
        <p:spPr>
          <a:xfrm>
            <a:off x="7508156" y="4256213"/>
            <a:ext cx="3382348" cy="1944000"/>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vl3pPr marL="365760">
              <a:defRPr b="0">
                <a:solidFill>
                  <a:schemeClr val="bg1"/>
                </a:solidFill>
              </a:defRPr>
            </a:lvl3pPr>
            <a:lvl4pPr marL="548640" indent="-182880">
              <a:defRPr b="0">
                <a:solidFill>
                  <a:schemeClr val="bg1"/>
                </a:solidFill>
              </a:defRPr>
            </a:lvl4pPr>
            <a:lvl5pPr marL="731520">
              <a:defRPr b="0">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5" name="Rectangle 24">
            <a:extLst>
              <a:ext uri="{FF2B5EF4-FFF2-40B4-BE49-F238E27FC236}">
                <a16:creationId xmlns:a16="http://schemas.microsoft.com/office/drawing/2014/main" id="{7E4A48CE-DFD1-B168-2654-D14BB54E2071}"/>
              </a:ext>
            </a:extLst>
          </p:cNvPr>
          <p:cNvSpPr/>
          <p:nvPr userDrawn="1"/>
        </p:nvSpPr>
        <p:spPr>
          <a:xfrm>
            <a:off x="5866116"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6" name="Rectangle 25">
            <a:extLst>
              <a:ext uri="{FF2B5EF4-FFF2-40B4-BE49-F238E27FC236}">
                <a16:creationId xmlns:a16="http://schemas.microsoft.com/office/drawing/2014/main" id="{A7158AA4-14CE-80F5-140F-2745D7CD7E58}"/>
              </a:ext>
            </a:extLst>
          </p:cNvPr>
          <p:cNvSpPr/>
          <p:nvPr userDrawn="1"/>
        </p:nvSpPr>
        <p:spPr>
          <a:xfrm>
            <a:off x="5866116" y="4044901"/>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7" name="Picture Placeholder 11">
            <a:extLst>
              <a:ext uri="{FF2B5EF4-FFF2-40B4-BE49-F238E27FC236}">
                <a16:creationId xmlns:a16="http://schemas.microsoft.com/office/drawing/2014/main" id="{89F9750D-644F-A832-6974-24112098C23E}"/>
              </a:ext>
            </a:extLst>
          </p:cNvPr>
          <p:cNvSpPr>
            <a:spLocks noGrp="1"/>
          </p:cNvSpPr>
          <p:nvPr>
            <p:ph type="pic" sz="quarter" idx="37"/>
          </p:nvPr>
        </p:nvSpPr>
        <p:spPr>
          <a:xfrm>
            <a:off x="5868522" y="1880213"/>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28" name="Text Placeholder 12">
            <a:extLst>
              <a:ext uri="{FF2B5EF4-FFF2-40B4-BE49-F238E27FC236}">
                <a16:creationId xmlns:a16="http://schemas.microsoft.com/office/drawing/2014/main" id="{CDBC1AEE-4460-E9EF-7D98-CFDA140BC0C8}"/>
              </a:ext>
            </a:extLst>
          </p:cNvPr>
          <p:cNvSpPr>
            <a:spLocks noGrp="1"/>
          </p:cNvSpPr>
          <p:nvPr>
            <p:ph type="body" sz="quarter" idx="38" hasCustomPrompt="1"/>
          </p:nvPr>
        </p:nvSpPr>
        <p:spPr>
          <a:xfrm>
            <a:off x="7508156" y="1880213"/>
            <a:ext cx="3382348"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a:defRPr b="0">
                <a:solidFill>
                  <a:schemeClr val="bg1"/>
                </a:solidFill>
              </a:defRPr>
            </a:lvl3pPr>
            <a:lvl4pPr>
              <a:defRPr b="0">
                <a:solidFill>
                  <a:schemeClr val="bg1"/>
                </a:solidFill>
              </a:defRPr>
            </a:lvl4pPr>
            <a:lvl5pPr>
              <a:defRPr b="0">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lvl="0"/>
            <a:endParaRPr lang="en-US" dirty="0"/>
          </a:p>
        </p:txBody>
      </p:sp>
    </p:spTree>
    <p:extLst>
      <p:ext uri="{BB962C8B-B14F-4D97-AF65-F5344CB8AC3E}">
        <p14:creationId xmlns:p14="http://schemas.microsoft.com/office/powerpoint/2010/main" val="1793661847"/>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Rectangle 3">
            <a:extLst>
              <a:ext uri="{FF2B5EF4-FFF2-40B4-BE49-F238E27FC236}">
                <a16:creationId xmlns:a16="http://schemas.microsoft.com/office/drawing/2014/main" id="{65D28C02-3888-F8B0-328B-2C0FB368B448}"/>
              </a:ext>
            </a:extLst>
          </p:cNvPr>
          <p:cNvSpPr/>
          <p:nvPr userDrawn="1"/>
        </p:nvSpPr>
        <p:spPr>
          <a:xfrm>
            <a:off x="5870448"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Picture Placeholder 11">
            <a:extLst>
              <a:ext uri="{FF2B5EF4-FFF2-40B4-BE49-F238E27FC236}">
                <a16:creationId xmlns:a16="http://schemas.microsoft.com/office/drawing/2014/main" id="{8D922DB0-38E7-E7DF-D7BF-ABC3570DAA04}"/>
              </a:ext>
            </a:extLst>
          </p:cNvPr>
          <p:cNvSpPr>
            <a:spLocks noGrp="1"/>
          </p:cNvSpPr>
          <p:nvPr>
            <p:ph type="pic" sz="quarter" idx="28"/>
          </p:nvPr>
        </p:nvSpPr>
        <p:spPr>
          <a:xfrm>
            <a:off x="4010400" y="1883664"/>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7" name="Picture Placeholder 11">
            <a:extLst>
              <a:ext uri="{FF2B5EF4-FFF2-40B4-BE49-F238E27FC236}">
                <a16:creationId xmlns:a16="http://schemas.microsoft.com/office/drawing/2014/main" id="{29262C43-DB0C-AE60-2CDC-1485B8BBCAAB}"/>
              </a:ext>
            </a:extLst>
          </p:cNvPr>
          <p:cNvSpPr>
            <a:spLocks noGrp="1"/>
          </p:cNvSpPr>
          <p:nvPr>
            <p:ph type="pic" sz="quarter" idx="29"/>
          </p:nvPr>
        </p:nvSpPr>
        <p:spPr>
          <a:xfrm>
            <a:off x="9423648" y="1883664"/>
            <a:ext cx="1476000" cy="1476000"/>
          </a:xfrm>
        </p:spPr>
        <p:txBody>
          <a:bodyPr>
            <a:normAutofit/>
          </a:bodyPr>
          <a:lstStyle>
            <a:lvl1pPr algn="ctr">
              <a:spcBef>
                <a:spcPts val="200"/>
              </a:spcBef>
              <a:spcAft>
                <a:spcPts val="200"/>
              </a:spcAft>
              <a:defRPr sz="1200" b="0">
                <a:solidFill>
                  <a:schemeClr val="bg1"/>
                </a:solidFill>
              </a:defRPr>
            </a:lvl1pPr>
          </a:lstStyle>
          <a:p>
            <a:r>
              <a:rPr lang="en-US"/>
              <a:t>Click icon to add picture</a:t>
            </a:r>
            <a:endParaRPr lang="en-GB" dirty="0"/>
          </a:p>
        </p:txBody>
      </p:sp>
      <p:sp>
        <p:nvSpPr>
          <p:cNvPr id="8" name="Text Placeholder 12">
            <a:extLst>
              <a:ext uri="{FF2B5EF4-FFF2-40B4-BE49-F238E27FC236}">
                <a16:creationId xmlns:a16="http://schemas.microsoft.com/office/drawing/2014/main" id="{A6242BCA-ED96-A871-52E1-31DA20E60E99}"/>
              </a:ext>
            </a:extLst>
          </p:cNvPr>
          <p:cNvSpPr>
            <a:spLocks noGrp="1"/>
          </p:cNvSpPr>
          <p:nvPr>
            <p:ph type="body" sz="quarter" idx="32" hasCustomPrompt="1"/>
          </p:nvPr>
        </p:nvSpPr>
        <p:spPr>
          <a:xfrm>
            <a:off x="457200" y="3498336"/>
            <a:ext cx="5029200" cy="2864364"/>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1" name="Text Placeholder 12">
            <a:extLst>
              <a:ext uri="{FF2B5EF4-FFF2-40B4-BE49-F238E27FC236}">
                <a16:creationId xmlns:a16="http://schemas.microsoft.com/office/drawing/2014/main" id="{550F8350-3F97-2309-1F59-B97EB4E02CA9}"/>
              </a:ext>
            </a:extLst>
          </p:cNvPr>
          <p:cNvSpPr>
            <a:spLocks noGrp="1"/>
          </p:cNvSpPr>
          <p:nvPr>
            <p:ph type="body" sz="quarter" idx="33" hasCustomPrompt="1"/>
          </p:nvPr>
        </p:nvSpPr>
        <p:spPr>
          <a:xfrm>
            <a:off x="5870448" y="3498336"/>
            <a:ext cx="5029200" cy="2864364"/>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3" name="Text Placeholder 17">
            <a:extLst>
              <a:ext uri="{FF2B5EF4-FFF2-40B4-BE49-F238E27FC236}">
                <a16:creationId xmlns:a16="http://schemas.microsoft.com/office/drawing/2014/main" id="{DC2DBCA2-7F43-3B28-49F1-A5EBA21AECAB}"/>
              </a:ext>
            </a:extLst>
          </p:cNvPr>
          <p:cNvSpPr>
            <a:spLocks noGrp="1"/>
          </p:cNvSpPr>
          <p:nvPr>
            <p:ph type="body" sz="quarter" idx="4294967295" hasCustomPrompt="1"/>
          </p:nvPr>
        </p:nvSpPr>
        <p:spPr>
          <a:xfrm>
            <a:off x="457200" y="1876425"/>
            <a:ext cx="3383280"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19" name="Text Placeholder 17">
            <a:extLst>
              <a:ext uri="{FF2B5EF4-FFF2-40B4-BE49-F238E27FC236}">
                <a16:creationId xmlns:a16="http://schemas.microsoft.com/office/drawing/2014/main" id="{27FB03E2-BB49-11C5-3BDB-92F0F9F2BBA5}"/>
              </a:ext>
            </a:extLst>
          </p:cNvPr>
          <p:cNvSpPr>
            <a:spLocks noGrp="1"/>
          </p:cNvSpPr>
          <p:nvPr>
            <p:ph type="body" sz="quarter" idx="4294967295" hasCustomPrompt="1"/>
          </p:nvPr>
        </p:nvSpPr>
        <p:spPr>
          <a:xfrm>
            <a:off x="5870448" y="1876425"/>
            <a:ext cx="3383280"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20" name="Rectangle 19">
            <a:extLst>
              <a:ext uri="{FF2B5EF4-FFF2-40B4-BE49-F238E27FC236}">
                <a16:creationId xmlns:a16="http://schemas.microsoft.com/office/drawing/2014/main" id="{45E34CF2-464A-9A9A-D26C-0B0C373B9540}"/>
              </a:ext>
            </a:extLst>
          </p:cNvPr>
          <p:cNvSpPr/>
          <p:nvPr userDrawn="1"/>
        </p:nvSpPr>
        <p:spPr>
          <a:xfrm>
            <a:off x="450000" y="1677307"/>
            <a:ext cx="50292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latin typeface="Aptos" panose="020B0004020202020204" pitchFamily="34" charset="0"/>
            </a:endParaRPr>
          </a:p>
        </p:txBody>
      </p:sp>
    </p:spTree>
    <p:extLst>
      <p:ext uri="{BB962C8B-B14F-4D97-AF65-F5344CB8AC3E}">
        <p14:creationId xmlns:p14="http://schemas.microsoft.com/office/powerpoint/2010/main" val="1733953725"/>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2" name="Picture 1" descr="Deloitte logo">
            <a:extLst>
              <a:ext uri="{FF2B5EF4-FFF2-40B4-BE49-F238E27FC236}">
                <a16:creationId xmlns:a16="http://schemas.microsoft.com/office/drawing/2014/main" id="{4C074566-129B-653D-CAB9-0DAF93F2A1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2692" y="-5466"/>
            <a:ext cx="2779773" cy="1308221"/>
          </a:xfrm>
          <a:prstGeom prst="rect">
            <a:avLst/>
          </a:prstGeom>
        </p:spPr>
      </p:pic>
      <p:pic>
        <p:nvPicPr>
          <p:cNvPr id="4" name="Picture 3">
            <a:extLst>
              <a:ext uri="{FF2B5EF4-FFF2-40B4-BE49-F238E27FC236}">
                <a16:creationId xmlns:a16="http://schemas.microsoft.com/office/drawing/2014/main" id="{7E9C59A1-D4AA-A91D-0D7F-0A860C168FE8}"/>
              </a:ext>
            </a:extLst>
          </p:cNvPr>
          <p:cNvPicPr>
            <a:picLocks noChangeAspect="1"/>
          </p:cNvPicPr>
          <p:nvPr userDrawn="1"/>
        </p:nvPicPr>
        <p:blipFill>
          <a:blip r:embed="rId3"/>
          <a:srcRect/>
          <a:stretch/>
        </p:blipFill>
        <p:spPr>
          <a:xfrm>
            <a:off x="10694852" y="5391335"/>
            <a:ext cx="1198880" cy="1198880"/>
          </a:xfrm>
          <a:prstGeom prst="rect">
            <a:avLst/>
          </a:prstGeom>
        </p:spPr>
      </p:pic>
    </p:spTree>
    <p:extLst>
      <p:ext uri="{BB962C8B-B14F-4D97-AF65-F5344CB8AC3E}">
        <p14:creationId xmlns:p14="http://schemas.microsoft.com/office/powerpoint/2010/main" val="4032963906"/>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00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p:nvGrpSpPr>
        <p:grpSpPr>
          <a:xfrm>
            <a:off x="450000"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7" name="Freeform 11">
              <a:extLst>
                <a:ext uri="{FF2B5EF4-FFF2-40B4-BE49-F238E27FC236}">
                  <a16:creationId xmlns:a16="http://schemas.microsoft.com/office/drawing/2014/main" id="{D31146A3-7248-4F9C-8242-2B343E0BCE41}"/>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8" name="Freeform 12">
              <a:extLst>
                <a:ext uri="{FF2B5EF4-FFF2-40B4-BE49-F238E27FC236}">
                  <a16:creationId xmlns:a16="http://schemas.microsoft.com/office/drawing/2014/main" id="{4BFA0610-A333-4B16-A20C-3ADB78A32CF9}"/>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grpSp>
      <p:grpSp>
        <p:nvGrpSpPr>
          <p:cNvPr id="2" name="Group 1">
            <a:extLst>
              <a:ext uri="{FF2B5EF4-FFF2-40B4-BE49-F238E27FC236}">
                <a16:creationId xmlns:a16="http://schemas.microsoft.com/office/drawing/2014/main" id="{30A6BC99-D00B-1F3F-2A81-46C1F8A8357B}"/>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4" name="Oval 5">
              <a:extLst>
                <a:ext uri="{FF2B5EF4-FFF2-40B4-BE49-F238E27FC236}">
                  <a16:creationId xmlns:a16="http://schemas.microsoft.com/office/drawing/2014/main" id="{75797496-8D52-A17A-4927-BF4925D3ED9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5" name="Freeform 6">
              <a:extLst>
                <a:ext uri="{FF2B5EF4-FFF2-40B4-BE49-F238E27FC236}">
                  <a16:creationId xmlns:a16="http://schemas.microsoft.com/office/drawing/2014/main" id="{2D3F2330-217E-3A85-B76C-393F614C7BCD}"/>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7" name="Rectangle 7">
              <a:extLst>
                <a:ext uri="{FF2B5EF4-FFF2-40B4-BE49-F238E27FC236}">
                  <a16:creationId xmlns:a16="http://schemas.microsoft.com/office/drawing/2014/main" id="{4B974D85-2F57-6292-DD39-4C193222DC03}"/>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9" name="Freeform 8">
              <a:extLst>
                <a:ext uri="{FF2B5EF4-FFF2-40B4-BE49-F238E27FC236}">
                  <a16:creationId xmlns:a16="http://schemas.microsoft.com/office/drawing/2014/main" id="{B2AFD43E-4465-50C7-4307-D7E75FD66E0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10" name="Rectangle 9">
              <a:extLst>
                <a:ext uri="{FF2B5EF4-FFF2-40B4-BE49-F238E27FC236}">
                  <a16:creationId xmlns:a16="http://schemas.microsoft.com/office/drawing/2014/main" id="{39E20637-9BCB-1ECC-C592-79A60AAB8C4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11" name="Rectangle 10">
              <a:extLst>
                <a:ext uri="{FF2B5EF4-FFF2-40B4-BE49-F238E27FC236}">
                  <a16:creationId xmlns:a16="http://schemas.microsoft.com/office/drawing/2014/main" id="{27F4F4CF-4B02-807F-E356-4833B42D99C2}"/>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12" name="Freeform 11">
              <a:extLst>
                <a:ext uri="{FF2B5EF4-FFF2-40B4-BE49-F238E27FC236}">
                  <a16:creationId xmlns:a16="http://schemas.microsoft.com/office/drawing/2014/main" id="{0B57173B-0B5E-8B3B-35F8-A9E52F568E8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13" name="Freeform 12">
              <a:extLst>
                <a:ext uri="{FF2B5EF4-FFF2-40B4-BE49-F238E27FC236}">
                  <a16:creationId xmlns:a16="http://schemas.microsoft.com/office/drawing/2014/main" id="{8A4CFED4-82D9-0A35-BC77-DFDE6E17EF3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14" name="Freeform 13">
              <a:extLst>
                <a:ext uri="{FF2B5EF4-FFF2-40B4-BE49-F238E27FC236}">
                  <a16:creationId xmlns:a16="http://schemas.microsoft.com/office/drawing/2014/main" id="{705AB721-44C6-F888-DA55-3CDB722CC1F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sp>
          <p:nvSpPr>
            <p:cNvPr id="15" name="Freeform 14">
              <a:extLst>
                <a:ext uri="{FF2B5EF4-FFF2-40B4-BE49-F238E27FC236}">
                  <a16:creationId xmlns:a16="http://schemas.microsoft.com/office/drawing/2014/main" id="{8235FA6E-AA8F-0A7D-9A39-D37CD2C869D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solidFill>
                  <a:schemeClr val="bg1"/>
                </a:solidFill>
                <a:latin typeface="Aptos" panose="020B0004020202020204" pitchFamily="34" charset="0"/>
              </a:endParaRPr>
            </a:p>
          </p:txBody>
        </p:sp>
      </p:grpSp>
      <p:pic>
        <p:nvPicPr>
          <p:cNvPr id="16" name="Picture 15">
            <a:extLst>
              <a:ext uri="{FF2B5EF4-FFF2-40B4-BE49-F238E27FC236}">
                <a16:creationId xmlns:a16="http://schemas.microsoft.com/office/drawing/2014/main" id="{150D0DD4-DD4E-6F69-81EF-F3E939208544}"/>
              </a:ext>
            </a:extLst>
          </p:cNvPr>
          <p:cNvPicPr>
            <a:picLocks noChangeAspect="1"/>
          </p:cNvPicPr>
          <p:nvPr userDrawn="1"/>
        </p:nvPicPr>
        <p:blipFill>
          <a:blip r:embed="rId2"/>
          <a:srcRect/>
          <a:stretch/>
        </p:blipFill>
        <p:spPr>
          <a:xfrm>
            <a:off x="10694852" y="5391335"/>
            <a:ext cx="1198880" cy="1198880"/>
          </a:xfrm>
          <a:prstGeom prst="rect">
            <a:avLst/>
          </a:prstGeom>
        </p:spPr>
      </p:pic>
    </p:spTree>
    <p:extLst>
      <p:ext uri="{BB962C8B-B14F-4D97-AF65-F5344CB8AC3E}">
        <p14:creationId xmlns:p14="http://schemas.microsoft.com/office/powerpoint/2010/main" val="36375699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1"/>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2" imgW="270" imgH="270" progId="TCLayout.ActiveDocument.1">
                  <p:embed/>
                </p:oleObj>
              </mc:Choice>
              <mc:Fallback>
                <p:oleObj name="think-cell Slide" r:id="rId32" imgW="270" imgH="270" progId="TCLayout.ActiveDocument.1">
                  <p:embed/>
                  <p:pic>
                    <p:nvPicPr>
                      <p:cNvPr id="4" name="Object 3" hidden="1"/>
                      <p:cNvPicPr/>
                      <p:nvPr/>
                    </p:nvPicPr>
                    <p:blipFill>
                      <a:blip r:embed="rId33"/>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0433304"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000040"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Presentation title</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Member firms and DTTL: Insert appropriate copyright</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9" name="Text Placeholder 18"/>
          <p:cNvSpPr>
            <a:spLocks noGrp="1"/>
          </p:cNvSpPr>
          <p:nvPr>
            <p:ph type="body" idx="1"/>
          </p:nvPr>
        </p:nvSpPr>
        <p:spPr>
          <a:xfrm>
            <a:off x="460093" y="1679602"/>
            <a:ext cx="10436507" cy="4661916"/>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71770241"/>
      </p:ext>
    </p:extLst>
  </p:cSld>
  <p:clrMap bg1="lt1" tx1="dk1" bg2="lt2" tx2="dk2" accent1="accent1" accent2="accent2" accent3="accent3" accent4="accent4" accent5="accent5" accent6="accent6" hlink="hlink" folHlink="folHlink"/>
  <p:sldLayoutIdLst>
    <p:sldLayoutId id="2147484128" r:id="rId1"/>
    <p:sldLayoutId id="2147484130" r:id="rId2"/>
    <p:sldLayoutId id="2147484132" r:id="rId3"/>
    <p:sldLayoutId id="2147484133" r:id="rId4"/>
    <p:sldLayoutId id="2147484134" r:id="rId5"/>
    <p:sldLayoutId id="2147484135" r:id="rId6"/>
    <p:sldLayoutId id="2147484136" r:id="rId7"/>
    <p:sldLayoutId id="2147484137" r:id="rId8"/>
    <p:sldLayoutId id="2147484138" r:id="rId9"/>
    <p:sldLayoutId id="2147484139" r:id="rId10"/>
    <p:sldLayoutId id="2147484140" r:id="rId11"/>
    <p:sldLayoutId id="2147484141" r:id="rId12"/>
    <p:sldLayoutId id="2147484142" r:id="rId13"/>
    <p:sldLayoutId id="2147484143" r:id="rId14"/>
    <p:sldLayoutId id="2147484144" r:id="rId15"/>
    <p:sldLayoutId id="2147484145" r:id="rId16"/>
    <p:sldLayoutId id="2147484146" r:id="rId17"/>
    <p:sldLayoutId id="2147484147" r:id="rId18"/>
    <p:sldLayoutId id="2147484148" r:id="rId19"/>
    <p:sldLayoutId id="2147484149" r:id="rId20"/>
    <p:sldLayoutId id="2147484150" r:id="rId21"/>
    <p:sldLayoutId id="2147484151" r:id="rId22"/>
    <p:sldLayoutId id="2147484152" r:id="rId23"/>
    <p:sldLayoutId id="2147484153" r:id="rId24"/>
    <p:sldLayoutId id="2147484154" r:id="rId25"/>
    <p:sldLayoutId id="2147484155" r:id="rId26"/>
    <p:sldLayoutId id="2147484156" r:id="rId27"/>
    <p:sldLayoutId id="2147484157" r:id="rId28"/>
    <p:sldLayoutId id="2147484158" r:id="rId29"/>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70" orient="horz" pos="1056">
          <p15:clr>
            <a:srgbClr val="F26B43"/>
          </p15:clr>
        </p15:guide>
        <p15:guide id="74" pos="288">
          <p15:clr>
            <a:srgbClr val="F26B43"/>
          </p15:clr>
        </p15:guide>
        <p15:guide id="85" orient="horz" pos="4008" userDrawn="1">
          <p15:clr>
            <a:srgbClr val="F26B43"/>
          </p15:clr>
        </p15:guide>
        <p15:guide id="86" orient="horz" pos="4104" userDrawn="1">
          <p15:clr>
            <a:srgbClr val="F26B43"/>
          </p15:clr>
        </p15:guide>
        <p15:guide id="88" pos="3576" userDrawn="1">
          <p15:clr>
            <a:srgbClr val="F26B43"/>
          </p15:clr>
        </p15:guide>
        <p15:guide id="89" pos="3456" userDrawn="1">
          <p15:clr>
            <a:srgbClr val="F26B43"/>
          </p15:clr>
        </p15:guide>
        <p15:guide id="90" pos="7392" userDrawn="1">
          <p15:clr>
            <a:srgbClr val="F26B43"/>
          </p15:clr>
        </p15:guide>
        <p15:guide id="91" pos="3696" userDrawn="1">
          <p15:clr>
            <a:srgbClr val="F26B43"/>
          </p15:clr>
        </p15:guide>
        <p15:guide id="92" orient="horz" pos="216" userDrawn="1">
          <p15:clr>
            <a:srgbClr val="F26B43"/>
          </p15:clr>
        </p15:guide>
        <p15:guide id="93" orient="horz" pos="432" userDrawn="1">
          <p15:clr>
            <a:srgbClr val="F26B43"/>
          </p15:clr>
        </p15:guide>
        <p15:guide id="95" pos="6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brandspace.deloitte.com/content/index/guid/guidelines_accessibility?parent=1597"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brandspace.deloitte.com/content/index/guid/guidelines_accessibility?parent=1597"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brandspace.deloitte.com/content/index/guid/guidelines_accessibility?parent=1597"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hyperlink" Target="https://brandspace.deloitte.com/content/index/guid/guidelines_elements_color?parent=1598#6-accessibility" TargetMode="External"/><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hyperlink" Target="https://brandspace.deloitte.com/content/index/guid/guidelines_elements_icons?parent=1598" TargetMode="External"/><Relationship Id="rId2" Type="http://schemas.openxmlformats.org/officeDocument/2006/relationships/hyperlink" Target="https://brandspace.deloitte.com/content/index/guid/guidelines_elements_typography?parent=1598" TargetMode="External"/><Relationship Id="rId1" Type="http://schemas.openxmlformats.org/officeDocument/2006/relationships/slideLayout" Target="../slideLayouts/slideLayout13.xml"/><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17" Type="http://schemas.openxmlformats.org/officeDocument/2006/relationships/image" Target="../media/image33.png"/><Relationship Id="rId2" Type="http://schemas.openxmlformats.org/officeDocument/2006/relationships/notesSlide" Target="../notesSlides/notesSlide5.xml"/><Relationship Id="rId16" Type="http://schemas.openxmlformats.org/officeDocument/2006/relationships/image" Target="../media/image32.png"/><Relationship Id="rId20" Type="http://schemas.openxmlformats.org/officeDocument/2006/relationships/hyperlink" Target="https://brandspace.deloitte.com/content/index/guid/creativeresources_support_globalvendoragreements?parent=1528" TargetMode="External"/><Relationship Id="rId1" Type="http://schemas.openxmlformats.org/officeDocument/2006/relationships/slideLayout" Target="../slideLayouts/slideLayout1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19" Type="http://schemas.openxmlformats.org/officeDocument/2006/relationships/hyperlink" Target="https://brandspace.deloitte.com/content/index/guid/creativeresources_imagelibrary?parent=1619" TargetMode="External"/><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hyperlink" Target="https://brandspace.deloitte.com/content/index/guid/creativeresources_support_globalvendoragreements?parent=1528" TargetMode="External"/><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hyperlink" Target="https://brandspace.deloitte.com/content/index/guid/creativeresources_imagelibrary?parent=1619"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3" Type="http://schemas.openxmlformats.org/officeDocument/2006/relationships/hyperlink" Target="mailto:neuro@deloitte.com" TargetMode="External"/><Relationship Id="rId2" Type="http://schemas.openxmlformats.org/officeDocument/2006/relationships/hyperlink" Target="https://engage.deloitte.com/neuro#/subpage/home" TargetMode="Externa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slide" Target="slide4.xml"/><Relationship Id="rId4" Type="http://schemas.openxmlformats.org/officeDocument/2006/relationships/slide" Target="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4.xml"/><Relationship Id="rId5" Type="http://schemas.openxmlformats.org/officeDocument/2006/relationships/chart" Target="../charts/chart5.xml"/><Relationship Id="rId4" Type="http://schemas.openxmlformats.org/officeDocument/2006/relationships/chart" Target="../charts/chart4.xml"/></Relationships>
</file>

<file path=ppt/slides/_rels/slide25.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49.jpeg"/></Relationships>
</file>

<file path=ppt/slides/_rels/slide43.xml.rels><?xml version="1.0" encoding="UTF-8" standalone="yes"?>
<Relationships xmlns="http://schemas.openxmlformats.org/package/2006/relationships"><Relationship Id="rId3" Type="http://schemas.openxmlformats.org/officeDocument/2006/relationships/hyperlink" Target="mailto:xxx@email.com" TargetMode="External"/><Relationship Id="rId2" Type="http://schemas.openxmlformats.org/officeDocument/2006/relationships/image" Target="../media/image48.jpeg"/><Relationship Id="rId1" Type="http://schemas.openxmlformats.org/officeDocument/2006/relationships/slideLayout" Target="../slideLayouts/slideLayout17.xml"/><Relationship Id="rId4" Type="http://schemas.openxmlformats.org/officeDocument/2006/relationships/image" Target="../media/image49.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8.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hyperlink" Target="https://brandspace.deloitte.com/content/index/guid/guidelines_styleguide?parent=1597" TargetMode="External"/><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E5B9CEA-5E73-4E22-8C75-E8D43059FFC7}"/>
              </a:ext>
            </a:extLst>
          </p:cNvPr>
          <p:cNvSpPr>
            <a:spLocks noGrp="1"/>
          </p:cNvSpPr>
          <p:nvPr>
            <p:ph type="ctrTitle"/>
          </p:nvPr>
        </p:nvSpPr>
        <p:spPr/>
        <p:txBody>
          <a:bodyPr/>
          <a:lstStyle/>
          <a:p>
            <a:r>
              <a:rPr lang="en-US" dirty="0"/>
              <a:t>Document </a:t>
            </a:r>
            <a:br>
              <a:rPr lang="en-US" dirty="0"/>
            </a:br>
            <a:r>
              <a:rPr lang="en-US" dirty="0"/>
              <a:t>heading </a:t>
            </a:r>
            <a:br>
              <a:rPr lang="en-US" dirty="0"/>
            </a:br>
            <a:r>
              <a:rPr lang="en-US" dirty="0"/>
              <a:t>three lines</a:t>
            </a:r>
          </a:p>
        </p:txBody>
      </p:sp>
      <p:sp>
        <p:nvSpPr>
          <p:cNvPr id="15" name="Text Placeholder 14">
            <a:extLst>
              <a:ext uri="{FF2B5EF4-FFF2-40B4-BE49-F238E27FC236}">
                <a16:creationId xmlns:a16="http://schemas.microsoft.com/office/drawing/2014/main" id="{E22672E0-7693-4B5C-8331-DE3495FB6BB0}"/>
              </a:ext>
            </a:extLst>
          </p:cNvPr>
          <p:cNvSpPr>
            <a:spLocks noGrp="1"/>
          </p:cNvSpPr>
          <p:nvPr>
            <p:ph type="body" sz="quarter" idx="10"/>
          </p:nvPr>
        </p:nvSpPr>
        <p:spPr/>
        <p:txBody>
          <a:bodyPr/>
          <a:lstStyle/>
          <a:p>
            <a:r>
              <a:rPr lang="en-US" dirty="0">
                <a:solidFill>
                  <a:schemeClr val="tx1"/>
                </a:solidFill>
              </a:rPr>
              <a:t>Subtitle, date or author second line</a:t>
            </a:r>
          </a:p>
        </p:txBody>
      </p:sp>
      <p:pic>
        <p:nvPicPr>
          <p:cNvPr id="10" name="Picture Placeholder 9">
            <a:extLst>
              <a:ext uri="{FF2B5EF4-FFF2-40B4-BE49-F238E27FC236}">
                <a16:creationId xmlns:a16="http://schemas.microsoft.com/office/drawing/2014/main" id="{9D5C5EF4-9CCA-4665-825B-F674776CB05F}"/>
              </a:ext>
            </a:extLst>
          </p:cNvPr>
          <p:cNvPicPr>
            <a:picLocks noGrp="1"/>
          </p:cNvPicPr>
          <p:nvPr>
            <p:ph type="pic" sz="quarter" idx="11"/>
          </p:nvPr>
        </p:nvPicPr>
        <p:blipFill>
          <a:blip r:embed="rId3"/>
          <a:srcRect l="128" r="128"/>
          <a:stretch/>
        </p:blipFill>
        <p:spPr/>
      </p:pic>
      <p:sp>
        <p:nvSpPr>
          <p:cNvPr id="3" name="Rectangle 2">
            <a:extLst>
              <a:ext uri="{FF2B5EF4-FFF2-40B4-BE49-F238E27FC236}">
                <a16:creationId xmlns:a16="http://schemas.microsoft.com/office/drawing/2014/main" id="{AA8F8990-3E6B-0955-AAA9-E73124AD5E70}"/>
              </a:ext>
            </a:extLst>
          </p:cNvPr>
          <p:cNvSpPr>
            <a:spLocks noChangeArrowheads="1"/>
          </p:cNvSpPr>
          <p:nvPr/>
        </p:nvSpPr>
        <p:spPr bwMode="gray">
          <a:xfrm>
            <a:off x="9283941" y="0"/>
            <a:ext cx="2460452" cy="5186209"/>
          </a:xfrm>
          <a:prstGeom prst="rect">
            <a:avLst/>
          </a:prstGeom>
          <a:solidFill>
            <a:srgbClr val="DA291C"/>
          </a:solidFill>
          <a:ln w="12700" algn="ctr">
            <a:noFill/>
            <a:miter lim="800000"/>
            <a:headEnd/>
            <a:tailEnd/>
          </a:ln>
          <a:effectLst/>
        </p:spPr>
        <p:txBody>
          <a:bodyPr wrap="square" lIns="91440" tIns="91440" rIns="91440" bIns="91440" anchor="t">
            <a:noAutofit/>
          </a:bodyPr>
          <a:ls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a:lstStyle>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Replace the cover image in one of two ways.</a:t>
            </a:r>
          </a:p>
          <a:p>
            <a:pPr marL="228594" indent="-228594" algn="l">
              <a:spcBef>
                <a:spcPts val="400"/>
              </a:spcBef>
              <a:spcAft>
                <a:spcPts val="400"/>
              </a:spcAft>
              <a:buAutoNum type="arabicPeriod"/>
            </a:pPr>
            <a:r>
              <a:rPr lang="en-US" sz="1000" b="0" dirty="0">
                <a:solidFill>
                  <a:schemeClr val="bg1"/>
                </a:solidFill>
                <a:latin typeface="Aptos" panose="020B0004020202020204" pitchFamily="34" charset="0"/>
                <a:cs typeface="Calibri Light" panose="020F0302020204030204" pitchFamily="34" charset="0"/>
              </a:rPr>
              <a:t>Delete existing image, click the picture icon to navigate to a new image and ‘click’ insert.</a:t>
            </a:r>
          </a:p>
          <a:p>
            <a:pPr marL="228594" indent="-228594" algn="l">
              <a:spcBef>
                <a:spcPts val="400"/>
              </a:spcBef>
              <a:spcAft>
                <a:spcPts val="400"/>
              </a:spcAft>
              <a:buAutoNum type="arabicPeriod"/>
            </a:pPr>
            <a:r>
              <a:rPr lang="en-US" sz="1000" b="0" dirty="0">
                <a:solidFill>
                  <a:schemeClr val="bg1"/>
                </a:solidFill>
                <a:latin typeface="Aptos" panose="020B0004020202020204" pitchFamily="34" charset="0"/>
                <a:cs typeface="Calibri Light" panose="020F0302020204030204" pitchFamily="34" charset="0"/>
              </a:rPr>
              <a:t>Select the image, ‘right click’, and select Change Picture. Browse to a new image and ‘click’ Insert. </a:t>
            </a:r>
          </a:p>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If needed, resize or reposition images within the area by using the crop tool. Select the image, go to Picture Tools &gt; Format &gt; Crop tool. Hold down the shift key to ensure the image is not stretched or distorted and then use the anchor points to resize the image.</a:t>
            </a:r>
          </a:p>
          <a:p>
            <a:pPr algn="l">
              <a:spcBef>
                <a:spcPts val="400"/>
              </a:spcBef>
              <a:spcAft>
                <a:spcPts val="400"/>
              </a:spcAft>
            </a:pPr>
            <a:r>
              <a:rPr lang="en-US" sz="1000" b="0" dirty="0">
                <a:solidFill>
                  <a:schemeClr val="bg1"/>
                </a:solidFill>
                <a:latin typeface="Aptos" panose="020B0004020202020204" pitchFamily="34" charset="0"/>
                <a:ea typeface="MS PGothic"/>
                <a:cs typeface="Calibri Light" panose="020F0302020204030204" pitchFamily="34" charset="0"/>
              </a:rPr>
              <a:t>Once the image has been inserted on this slide, make sure to right-click and choose “Send to back”.</a:t>
            </a:r>
          </a:p>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Deloitte’s identity system and corresponding templates have been created in alignment with Web Content Accessibility Guidelines version 2.1, AA compliance level.  Based on how and where the templates may be used, each individual user is responsible for meeting local accessibility standards. Visit the </a:t>
            </a:r>
            <a:r>
              <a:rPr lang="en-US" sz="1000" b="0" dirty="0">
                <a:solidFill>
                  <a:schemeClr val="bg1"/>
                </a:solidFill>
                <a:latin typeface="Aptos" panose="020B0004020202020204" pitchFamily="34" charset="0"/>
                <a:cs typeface="Calibri Light" panose="020F0302020204030204" pitchFamily="34" charset="0"/>
                <a:hlinkClick r:id="rId4">
                  <a:extLst>
                    <a:ext uri="{A12FA001-AC4F-418D-AE19-62706E023703}">
                      <ahyp:hlinkClr xmlns:ahyp="http://schemas.microsoft.com/office/drawing/2018/hyperlinkcolor" val="tx"/>
                    </a:ext>
                  </a:extLst>
                </a:hlinkClick>
              </a:rPr>
              <a:t>accessibility page </a:t>
            </a:r>
            <a:r>
              <a:rPr lang="en-US" sz="1000" b="0" dirty="0">
                <a:solidFill>
                  <a:schemeClr val="bg1"/>
                </a:solidFill>
                <a:latin typeface="Aptos" panose="020B0004020202020204" pitchFamily="34" charset="0"/>
                <a:cs typeface="Calibri Light" panose="020F0302020204030204" pitchFamily="34" charset="0"/>
              </a:rPr>
              <a:t>on Brand Space for more information or consult with your local legal or risk teams.</a:t>
            </a:r>
          </a:p>
        </p:txBody>
      </p:sp>
      <p:sp>
        <p:nvSpPr>
          <p:cNvPr id="2" name="Freeform 88">
            <a:hlinkClick r:id="" action="ppaction://hlinkshowjump?jump=nextslide"/>
            <a:extLst>
              <a:ext uri="{FF2B5EF4-FFF2-40B4-BE49-F238E27FC236}">
                <a16:creationId xmlns:a16="http://schemas.microsoft.com/office/drawing/2014/main" id="{79F6F9CE-C09C-82D6-58EF-13BF698D2557}"/>
              </a:ext>
            </a:extLst>
          </p:cNvPr>
          <p:cNvSpPr>
            <a:spLocks noChangeAspect="1" noEditPoints="1"/>
          </p:cNvSpPr>
          <p:nvPr/>
        </p:nvSpPr>
        <p:spPr bwMode="auto">
          <a:xfrm>
            <a:off x="11379261" y="5994096"/>
            <a:ext cx="367041" cy="3670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92 w 512"/>
              <a:gd name="T11" fmla="*/ 416 h 512"/>
              <a:gd name="T12" fmla="*/ 184 w 512"/>
              <a:gd name="T13" fmla="*/ 413 h 512"/>
              <a:gd name="T14" fmla="*/ 184 w 512"/>
              <a:gd name="T15" fmla="*/ 397 h 512"/>
              <a:gd name="T16" fmla="*/ 326 w 512"/>
              <a:gd name="T17" fmla="*/ 256 h 512"/>
              <a:gd name="T18" fmla="*/ 184 w 512"/>
              <a:gd name="T19" fmla="*/ 114 h 512"/>
              <a:gd name="T20" fmla="*/ 184 w 512"/>
              <a:gd name="T21" fmla="*/ 99 h 512"/>
              <a:gd name="T22" fmla="*/ 199 w 512"/>
              <a:gd name="T23" fmla="*/ 99 h 512"/>
              <a:gd name="T24" fmla="*/ 349 w 512"/>
              <a:gd name="T25" fmla="*/ 248 h 512"/>
              <a:gd name="T26" fmla="*/ 349 w 512"/>
              <a:gd name="T27" fmla="*/ 263 h 512"/>
              <a:gd name="T28" fmla="*/ 199 w 512"/>
              <a:gd name="T29" fmla="*/ 413 h 512"/>
              <a:gd name="T30" fmla="*/ 192 w 512"/>
              <a:gd name="T31"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92" y="416"/>
                </a:moveTo>
                <a:cubicBezTo>
                  <a:pt x="189" y="416"/>
                  <a:pt x="186" y="415"/>
                  <a:pt x="184" y="413"/>
                </a:cubicBezTo>
                <a:cubicBezTo>
                  <a:pt x="180" y="408"/>
                  <a:pt x="180" y="402"/>
                  <a:pt x="184" y="397"/>
                </a:cubicBezTo>
                <a:cubicBezTo>
                  <a:pt x="326" y="256"/>
                  <a:pt x="326" y="256"/>
                  <a:pt x="326" y="256"/>
                </a:cubicBezTo>
                <a:cubicBezTo>
                  <a:pt x="184" y="114"/>
                  <a:pt x="184" y="114"/>
                  <a:pt x="184" y="114"/>
                </a:cubicBezTo>
                <a:cubicBezTo>
                  <a:pt x="180" y="110"/>
                  <a:pt x="180" y="103"/>
                  <a:pt x="184" y="99"/>
                </a:cubicBezTo>
                <a:cubicBezTo>
                  <a:pt x="188" y="95"/>
                  <a:pt x="195" y="95"/>
                  <a:pt x="199" y="99"/>
                </a:cubicBezTo>
                <a:cubicBezTo>
                  <a:pt x="349" y="248"/>
                  <a:pt x="349" y="248"/>
                  <a:pt x="349" y="248"/>
                </a:cubicBezTo>
                <a:cubicBezTo>
                  <a:pt x="353" y="252"/>
                  <a:pt x="353" y="259"/>
                  <a:pt x="349" y="263"/>
                </a:cubicBezTo>
                <a:cubicBezTo>
                  <a:pt x="199" y="413"/>
                  <a:pt x="199" y="413"/>
                  <a:pt x="199" y="413"/>
                </a:cubicBezTo>
                <a:cubicBezTo>
                  <a:pt x="197" y="415"/>
                  <a:pt x="194" y="416"/>
                  <a:pt x="192" y="416"/>
                </a:cubicBezTo>
                <a:close/>
              </a:path>
            </a:pathLst>
          </a:custGeom>
          <a:solidFill>
            <a:srgbClr val="A7A8AA"/>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80715323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3A8AD-38C0-4854-81B3-9B99B4E007ED}"/>
              </a:ext>
            </a:extLst>
          </p:cNvPr>
          <p:cNvSpPr>
            <a:spLocks noGrp="1"/>
          </p:cNvSpPr>
          <p:nvPr>
            <p:ph type="ctrTitle"/>
          </p:nvPr>
        </p:nvSpPr>
        <p:spPr/>
        <p:txBody>
          <a:bodyPr/>
          <a:lstStyle/>
          <a:p>
            <a:r>
              <a:rPr lang="en-US" dirty="0"/>
              <a:t>Document </a:t>
            </a:r>
            <a:br>
              <a:rPr lang="en-US" dirty="0"/>
            </a:br>
            <a:r>
              <a:rPr lang="en-US" dirty="0"/>
              <a:t>heading </a:t>
            </a:r>
            <a:br>
              <a:rPr lang="en-US" dirty="0"/>
            </a:br>
            <a:r>
              <a:rPr lang="en-US" dirty="0"/>
              <a:t>three lines</a:t>
            </a:r>
          </a:p>
        </p:txBody>
      </p:sp>
      <p:sp>
        <p:nvSpPr>
          <p:cNvPr id="5" name="Text Placeholder 4"/>
          <p:cNvSpPr>
            <a:spLocks noGrp="1"/>
          </p:cNvSpPr>
          <p:nvPr>
            <p:ph type="body" sz="quarter" idx="10"/>
          </p:nvPr>
        </p:nvSpPr>
        <p:spPr/>
        <p:txBody>
          <a:bodyPr/>
          <a:lstStyle/>
          <a:p>
            <a:r>
              <a:rPr lang="en-US" dirty="0"/>
              <a:t>Subtitle, date or author second line</a:t>
            </a:r>
          </a:p>
        </p:txBody>
      </p:sp>
      <p:pic>
        <p:nvPicPr>
          <p:cNvPr id="10" name="Picture Placeholder 9">
            <a:extLst>
              <a:ext uri="{FF2B5EF4-FFF2-40B4-BE49-F238E27FC236}">
                <a16:creationId xmlns:a16="http://schemas.microsoft.com/office/drawing/2014/main" id="{9D5C5EF4-9CCA-4665-825B-F674776CB05F}"/>
              </a:ext>
            </a:extLst>
          </p:cNvPr>
          <p:cNvPicPr>
            <a:picLocks noGrp="1" noChangeAspect="1"/>
          </p:cNvPicPr>
          <p:nvPr>
            <p:ph type="pic" sz="quarter" idx="11"/>
          </p:nvPr>
        </p:nvPicPr>
        <p:blipFill>
          <a:blip r:embed="rId3"/>
          <a:srcRect t="29" b="29"/>
          <a:stretch/>
        </p:blipFill>
        <p:spPr/>
      </p:pic>
      <p:sp>
        <p:nvSpPr>
          <p:cNvPr id="6" name="Rectangle 5">
            <a:extLst>
              <a:ext uri="{FF2B5EF4-FFF2-40B4-BE49-F238E27FC236}">
                <a16:creationId xmlns:a16="http://schemas.microsoft.com/office/drawing/2014/main" id="{5B88FABE-FAB4-FC84-985F-48866D05B59A}"/>
              </a:ext>
            </a:extLst>
          </p:cNvPr>
          <p:cNvSpPr>
            <a:spLocks noChangeArrowheads="1"/>
          </p:cNvSpPr>
          <p:nvPr/>
        </p:nvSpPr>
        <p:spPr bwMode="gray">
          <a:xfrm>
            <a:off x="9283941" y="0"/>
            <a:ext cx="2460452" cy="5186209"/>
          </a:xfrm>
          <a:prstGeom prst="rect">
            <a:avLst/>
          </a:prstGeom>
          <a:solidFill>
            <a:srgbClr val="DA291C"/>
          </a:solidFill>
          <a:ln w="12700" algn="ctr">
            <a:noFill/>
            <a:miter lim="800000"/>
            <a:headEnd/>
            <a:tailEnd/>
          </a:ln>
          <a:effectLst/>
        </p:spPr>
        <p:txBody>
          <a:bodyPr wrap="square" lIns="91440" tIns="91440" rIns="91440" bIns="91440" anchor="t">
            <a:noAutofit/>
          </a:bodyPr>
          <a:ls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a:lstStyle>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Replace the cover image in one of two ways.</a:t>
            </a:r>
          </a:p>
          <a:p>
            <a:pPr marL="228594" indent="-228594" algn="l">
              <a:spcBef>
                <a:spcPts val="400"/>
              </a:spcBef>
              <a:spcAft>
                <a:spcPts val="400"/>
              </a:spcAft>
              <a:buAutoNum type="arabicPeriod"/>
            </a:pPr>
            <a:r>
              <a:rPr lang="en-US" sz="1000" b="0" dirty="0">
                <a:solidFill>
                  <a:schemeClr val="bg1"/>
                </a:solidFill>
                <a:latin typeface="Aptos" panose="020B0004020202020204" pitchFamily="34" charset="0"/>
                <a:cs typeface="Calibri Light" panose="020F0302020204030204" pitchFamily="34" charset="0"/>
              </a:rPr>
              <a:t>Delete existing image, click the picture icon to navigate to a new image and ‘click’ insert.</a:t>
            </a:r>
          </a:p>
          <a:p>
            <a:pPr marL="228594" indent="-228594" algn="l">
              <a:spcBef>
                <a:spcPts val="400"/>
              </a:spcBef>
              <a:spcAft>
                <a:spcPts val="400"/>
              </a:spcAft>
              <a:buAutoNum type="arabicPeriod"/>
            </a:pPr>
            <a:r>
              <a:rPr lang="en-US" sz="1000" b="0" dirty="0">
                <a:solidFill>
                  <a:schemeClr val="bg1"/>
                </a:solidFill>
                <a:latin typeface="Aptos" panose="020B0004020202020204" pitchFamily="34" charset="0"/>
                <a:cs typeface="Calibri Light" panose="020F0302020204030204" pitchFamily="34" charset="0"/>
              </a:rPr>
              <a:t>Select the image, ‘right click’, and select Change Picture. Browse to a new image and ‘click’ Insert. </a:t>
            </a:r>
          </a:p>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If needed, resize or reposition images within the area by using the crop tool. Select the image, go to Picture Tools &gt; Format &gt; Crop tool. Hold down the shift key to ensure the image is not stretched or distorted and then use the anchor points to resize the image.</a:t>
            </a:r>
          </a:p>
          <a:p>
            <a:pPr algn="l">
              <a:spcBef>
                <a:spcPts val="400"/>
              </a:spcBef>
              <a:spcAft>
                <a:spcPts val="400"/>
              </a:spcAft>
            </a:pPr>
            <a:r>
              <a:rPr lang="en-US" sz="1000" b="0" dirty="0">
                <a:solidFill>
                  <a:schemeClr val="bg1"/>
                </a:solidFill>
                <a:latin typeface="Aptos" panose="020B0004020202020204" pitchFamily="34" charset="0"/>
                <a:ea typeface="MS PGothic"/>
                <a:cs typeface="Calibri Light" panose="020F0302020204030204" pitchFamily="34" charset="0"/>
              </a:rPr>
              <a:t>Once the image has been inserted on this slide, make sure to right-click and choose “Send to back”.</a:t>
            </a:r>
          </a:p>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Deloitte’s identity system and corresponding templates have been created in alignment with Web Content Accessibility Guidelines version 2.1, AA compliance level.  Based on how and where the templates may be used, each individual user is responsible for meeting local accessibility standards. Visit the </a:t>
            </a:r>
            <a:r>
              <a:rPr lang="en-US" sz="1000" b="0" dirty="0">
                <a:solidFill>
                  <a:schemeClr val="bg1"/>
                </a:solidFill>
                <a:latin typeface="Aptos" panose="020B0004020202020204" pitchFamily="34" charset="0"/>
                <a:cs typeface="Calibri Light" panose="020F0302020204030204" pitchFamily="34" charset="0"/>
                <a:hlinkClick r:id="rId4">
                  <a:extLst>
                    <a:ext uri="{A12FA001-AC4F-418D-AE19-62706E023703}">
                      <ahyp:hlinkClr xmlns:ahyp="http://schemas.microsoft.com/office/drawing/2018/hyperlinkcolor" val="tx"/>
                    </a:ext>
                  </a:extLst>
                </a:hlinkClick>
              </a:rPr>
              <a:t>accessibility page </a:t>
            </a:r>
            <a:r>
              <a:rPr lang="en-US" sz="1000" b="0" dirty="0">
                <a:solidFill>
                  <a:schemeClr val="bg1"/>
                </a:solidFill>
                <a:latin typeface="Aptos" panose="020B0004020202020204" pitchFamily="34" charset="0"/>
                <a:cs typeface="Calibri Light" panose="020F0302020204030204" pitchFamily="34" charset="0"/>
              </a:rPr>
              <a:t>on Brand Space for more information or consult with your local legal or risk teams.</a:t>
            </a:r>
          </a:p>
        </p:txBody>
      </p:sp>
      <p:sp>
        <p:nvSpPr>
          <p:cNvPr id="3" name="Freeform 88">
            <a:hlinkClick r:id="" action="ppaction://hlinkshowjump?jump=nextslide"/>
            <a:extLst>
              <a:ext uri="{FF2B5EF4-FFF2-40B4-BE49-F238E27FC236}">
                <a16:creationId xmlns:a16="http://schemas.microsoft.com/office/drawing/2014/main" id="{3CC0C0F4-AFFB-6221-28A3-FB9A46378AD7}"/>
              </a:ext>
            </a:extLst>
          </p:cNvPr>
          <p:cNvSpPr>
            <a:spLocks noChangeAspect="1" noEditPoints="1"/>
          </p:cNvSpPr>
          <p:nvPr/>
        </p:nvSpPr>
        <p:spPr bwMode="auto">
          <a:xfrm>
            <a:off x="11379261" y="5994096"/>
            <a:ext cx="367041" cy="3670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92 w 512"/>
              <a:gd name="T11" fmla="*/ 416 h 512"/>
              <a:gd name="T12" fmla="*/ 184 w 512"/>
              <a:gd name="T13" fmla="*/ 413 h 512"/>
              <a:gd name="T14" fmla="*/ 184 w 512"/>
              <a:gd name="T15" fmla="*/ 397 h 512"/>
              <a:gd name="T16" fmla="*/ 326 w 512"/>
              <a:gd name="T17" fmla="*/ 256 h 512"/>
              <a:gd name="T18" fmla="*/ 184 w 512"/>
              <a:gd name="T19" fmla="*/ 114 h 512"/>
              <a:gd name="T20" fmla="*/ 184 w 512"/>
              <a:gd name="T21" fmla="*/ 99 h 512"/>
              <a:gd name="T22" fmla="*/ 199 w 512"/>
              <a:gd name="T23" fmla="*/ 99 h 512"/>
              <a:gd name="T24" fmla="*/ 349 w 512"/>
              <a:gd name="T25" fmla="*/ 248 h 512"/>
              <a:gd name="T26" fmla="*/ 349 w 512"/>
              <a:gd name="T27" fmla="*/ 263 h 512"/>
              <a:gd name="T28" fmla="*/ 199 w 512"/>
              <a:gd name="T29" fmla="*/ 413 h 512"/>
              <a:gd name="T30" fmla="*/ 192 w 512"/>
              <a:gd name="T31"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92" y="416"/>
                </a:moveTo>
                <a:cubicBezTo>
                  <a:pt x="189" y="416"/>
                  <a:pt x="186" y="415"/>
                  <a:pt x="184" y="413"/>
                </a:cubicBezTo>
                <a:cubicBezTo>
                  <a:pt x="180" y="408"/>
                  <a:pt x="180" y="402"/>
                  <a:pt x="184" y="397"/>
                </a:cubicBezTo>
                <a:cubicBezTo>
                  <a:pt x="326" y="256"/>
                  <a:pt x="326" y="256"/>
                  <a:pt x="326" y="256"/>
                </a:cubicBezTo>
                <a:cubicBezTo>
                  <a:pt x="184" y="114"/>
                  <a:pt x="184" y="114"/>
                  <a:pt x="184" y="114"/>
                </a:cubicBezTo>
                <a:cubicBezTo>
                  <a:pt x="180" y="110"/>
                  <a:pt x="180" y="103"/>
                  <a:pt x="184" y="99"/>
                </a:cubicBezTo>
                <a:cubicBezTo>
                  <a:pt x="188" y="95"/>
                  <a:pt x="195" y="95"/>
                  <a:pt x="199" y="99"/>
                </a:cubicBezTo>
                <a:cubicBezTo>
                  <a:pt x="349" y="248"/>
                  <a:pt x="349" y="248"/>
                  <a:pt x="349" y="248"/>
                </a:cubicBezTo>
                <a:cubicBezTo>
                  <a:pt x="353" y="252"/>
                  <a:pt x="353" y="259"/>
                  <a:pt x="349" y="263"/>
                </a:cubicBezTo>
                <a:cubicBezTo>
                  <a:pt x="199" y="413"/>
                  <a:pt x="199" y="413"/>
                  <a:pt x="199" y="413"/>
                </a:cubicBezTo>
                <a:cubicBezTo>
                  <a:pt x="197" y="415"/>
                  <a:pt x="194" y="416"/>
                  <a:pt x="192" y="416"/>
                </a:cubicBezTo>
                <a:close/>
              </a:path>
            </a:pathLst>
          </a:custGeom>
          <a:solidFill>
            <a:srgbClr val="A7A8AA"/>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48522317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a:extLst>
              <a:ext uri="{FF2B5EF4-FFF2-40B4-BE49-F238E27FC236}">
                <a16:creationId xmlns:a16="http://schemas.microsoft.com/office/drawing/2014/main" id="{69FB2739-6734-410A-BC1B-20F79BDF7E70}"/>
              </a:ext>
            </a:extLst>
          </p:cNvPr>
          <p:cNvPicPr>
            <a:picLocks noChangeAspect="1"/>
          </p:cNvPicPr>
          <p:nvPr/>
        </p:nvPicPr>
        <p:blipFill>
          <a:blip r:embed="rId3"/>
          <a:srcRect l="1606" r="1606"/>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AA6C48B-4191-B888-46C6-8F83C24F9CDC}"/>
              </a:ext>
            </a:extLst>
          </p:cNvPr>
          <p:cNvSpPr/>
          <p:nvPr/>
        </p:nvSpPr>
        <p:spPr bwMode="gray">
          <a:xfrm rot="10800000" flipH="1" flipV="1">
            <a:off x="-1" y="-1"/>
            <a:ext cx="5869173" cy="6901841"/>
          </a:xfrm>
          <a:prstGeom prst="rect">
            <a:avLst/>
          </a:prstGeom>
          <a:gradFill>
            <a:gsLst>
              <a:gs pos="2000">
                <a:schemeClr val="tx1"/>
              </a:gs>
              <a:gs pos="63000">
                <a:schemeClr val="tx1">
                  <a:alpha val="21000"/>
                </a:schemeClr>
              </a:gs>
              <a:gs pos="100000">
                <a:schemeClr val="tx1">
                  <a:alpha val="0"/>
                </a:schemeClr>
              </a:gs>
            </a:gsLst>
            <a:lin ang="0" scaled="0"/>
          </a:gra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Title 2">
            <a:extLst>
              <a:ext uri="{FF2B5EF4-FFF2-40B4-BE49-F238E27FC236}">
                <a16:creationId xmlns:a16="http://schemas.microsoft.com/office/drawing/2014/main" id="{EAF8D057-484E-4004-9E07-EA016E78EB94}"/>
              </a:ext>
            </a:extLst>
          </p:cNvPr>
          <p:cNvSpPr>
            <a:spLocks noGrp="1"/>
          </p:cNvSpPr>
          <p:nvPr>
            <p:ph type="ctrTitle"/>
          </p:nvPr>
        </p:nvSpPr>
        <p:spPr/>
        <p:txBody>
          <a:bodyPr/>
          <a:lstStyle/>
          <a:p>
            <a:r>
              <a:rPr lang="en-US" dirty="0">
                <a:solidFill>
                  <a:schemeClr val="bg1"/>
                </a:solidFill>
              </a:rPr>
              <a:t>Document </a:t>
            </a:r>
            <a:br>
              <a:rPr lang="en-US" dirty="0">
                <a:solidFill>
                  <a:schemeClr val="bg1"/>
                </a:solidFill>
              </a:rPr>
            </a:br>
            <a:r>
              <a:rPr lang="en-US" dirty="0">
                <a:solidFill>
                  <a:schemeClr val="bg1"/>
                </a:solidFill>
              </a:rPr>
              <a:t>heading two lines</a:t>
            </a:r>
          </a:p>
        </p:txBody>
      </p:sp>
      <p:sp>
        <p:nvSpPr>
          <p:cNvPr id="4" name="Text Placeholder 3">
            <a:extLst>
              <a:ext uri="{FF2B5EF4-FFF2-40B4-BE49-F238E27FC236}">
                <a16:creationId xmlns:a16="http://schemas.microsoft.com/office/drawing/2014/main" id="{7E1E6C1B-603B-40D5-A5D8-E350DF007065}"/>
              </a:ext>
            </a:extLst>
          </p:cNvPr>
          <p:cNvSpPr>
            <a:spLocks noGrp="1"/>
          </p:cNvSpPr>
          <p:nvPr>
            <p:ph type="body" sz="quarter" idx="10"/>
          </p:nvPr>
        </p:nvSpPr>
        <p:spPr/>
        <p:txBody>
          <a:bodyPr/>
          <a:lstStyle/>
          <a:p>
            <a:r>
              <a:rPr lang="en-US" dirty="0"/>
              <a:t>Subtitle, date or author second line</a:t>
            </a:r>
          </a:p>
        </p:txBody>
      </p:sp>
      <p:pic>
        <p:nvPicPr>
          <p:cNvPr id="7" name="Picture 6" descr="Deloitte logo">
            <a:extLst>
              <a:ext uri="{FF2B5EF4-FFF2-40B4-BE49-F238E27FC236}">
                <a16:creationId xmlns:a16="http://schemas.microsoft.com/office/drawing/2014/main" id="{43FAC505-B18C-DE9B-9AE1-785A716E3DD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319" y="-5466"/>
            <a:ext cx="2779773" cy="1308221"/>
          </a:xfrm>
          <a:prstGeom prst="rect">
            <a:avLst/>
          </a:prstGeom>
        </p:spPr>
      </p:pic>
      <p:sp>
        <p:nvSpPr>
          <p:cNvPr id="6" name="Rectangle 5">
            <a:extLst>
              <a:ext uri="{FF2B5EF4-FFF2-40B4-BE49-F238E27FC236}">
                <a16:creationId xmlns:a16="http://schemas.microsoft.com/office/drawing/2014/main" id="{B46AB288-B5D0-9F48-E936-4B8F0983AF6E}"/>
              </a:ext>
            </a:extLst>
          </p:cNvPr>
          <p:cNvSpPr>
            <a:spLocks noChangeArrowheads="1"/>
          </p:cNvSpPr>
          <p:nvPr/>
        </p:nvSpPr>
        <p:spPr bwMode="gray">
          <a:xfrm>
            <a:off x="9283941" y="0"/>
            <a:ext cx="2460452" cy="5186209"/>
          </a:xfrm>
          <a:prstGeom prst="rect">
            <a:avLst/>
          </a:prstGeom>
          <a:solidFill>
            <a:srgbClr val="DA291C"/>
          </a:solidFill>
          <a:ln w="12700" algn="ctr">
            <a:noFill/>
            <a:miter lim="800000"/>
            <a:headEnd/>
            <a:tailEnd/>
          </a:ln>
          <a:effectLst/>
        </p:spPr>
        <p:txBody>
          <a:bodyPr wrap="square" lIns="91440" tIns="91440" rIns="91440" bIns="91440" anchor="t">
            <a:noAutofit/>
          </a:bodyPr>
          <a:ls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a:lstStyle>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Replace the cover image in one of two ways.</a:t>
            </a:r>
          </a:p>
          <a:p>
            <a:pPr marL="228594" indent="-228594" algn="l">
              <a:spcBef>
                <a:spcPts val="400"/>
              </a:spcBef>
              <a:spcAft>
                <a:spcPts val="400"/>
              </a:spcAft>
              <a:buAutoNum type="arabicPeriod"/>
            </a:pPr>
            <a:r>
              <a:rPr lang="en-US" sz="1000" b="0" dirty="0">
                <a:solidFill>
                  <a:schemeClr val="bg1"/>
                </a:solidFill>
                <a:latin typeface="Aptos" panose="020B0004020202020204" pitchFamily="34" charset="0"/>
                <a:cs typeface="Calibri Light" panose="020F0302020204030204" pitchFamily="34" charset="0"/>
              </a:rPr>
              <a:t>Delete existing image, click the picture icon to navigate to a new image and ‘click’ insert.</a:t>
            </a:r>
          </a:p>
          <a:p>
            <a:pPr marL="228594" indent="-228594" algn="l">
              <a:spcBef>
                <a:spcPts val="400"/>
              </a:spcBef>
              <a:spcAft>
                <a:spcPts val="400"/>
              </a:spcAft>
              <a:buAutoNum type="arabicPeriod"/>
            </a:pPr>
            <a:r>
              <a:rPr lang="en-US" sz="1000" b="0" dirty="0">
                <a:solidFill>
                  <a:schemeClr val="bg1"/>
                </a:solidFill>
                <a:latin typeface="Aptos" panose="020B0004020202020204" pitchFamily="34" charset="0"/>
                <a:cs typeface="Calibri Light" panose="020F0302020204030204" pitchFamily="34" charset="0"/>
              </a:rPr>
              <a:t>Select the image, ‘right click’, and select Change Picture. Browse to a new image and ‘click’ Insert. </a:t>
            </a:r>
          </a:p>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If needed, resize or reposition images within the area by using the crop tool. Select the image, go to Picture Tools &gt; Format &gt; Crop tool. Hold down the shift key to ensure the image is not stretched or distorted and then use the anchor points to resize the image.</a:t>
            </a:r>
          </a:p>
          <a:p>
            <a:pPr algn="l">
              <a:spcBef>
                <a:spcPts val="400"/>
              </a:spcBef>
              <a:spcAft>
                <a:spcPts val="400"/>
              </a:spcAft>
            </a:pPr>
            <a:r>
              <a:rPr lang="en-US" sz="1000" b="0" dirty="0">
                <a:solidFill>
                  <a:schemeClr val="bg1"/>
                </a:solidFill>
                <a:latin typeface="Aptos" panose="020B0004020202020204" pitchFamily="34" charset="0"/>
                <a:ea typeface="MS PGothic"/>
                <a:cs typeface="Calibri Light" panose="020F0302020204030204" pitchFamily="34" charset="0"/>
              </a:rPr>
              <a:t>Once the image has been inserted on this slide, make sure to right-click and choose “Send to back”.</a:t>
            </a:r>
          </a:p>
          <a:p>
            <a:pPr algn="l">
              <a:spcBef>
                <a:spcPts val="400"/>
              </a:spcBef>
              <a:spcAft>
                <a:spcPts val="400"/>
              </a:spcAft>
            </a:pPr>
            <a:r>
              <a:rPr lang="en-US" sz="1000" b="0" dirty="0">
                <a:solidFill>
                  <a:schemeClr val="bg1"/>
                </a:solidFill>
                <a:latin typeface="Aptos" panose="020B0004020202020204" pitchFamily="34" charset="0"/>
                <a:cs typeface="Calibri Light" panose="020F0302020204030204" pitchFamily="34" charset="0"/>
              </a:rPr>
              <a:t>Deloitte’s identity system and corresponding templates have been created in alignment with Web Content Accessibility Guidelines version 2.1, AA compliance level.  Based on how and where the templates may be used, each individual user is responsible for meeting local accessibility standards. Visit the </a:t>
            </a:r>
            <a:r>
              <a:rPr lang="en-US" sz="1000" b="0" dirty="0">
                <a:solidFill>
                  <a:schemeClr val="bg1"/>
                </a:solidFill>
                <a:latin typeface="Aptos" panose="020B0004020202020204" pitchFamily="34" charset="0"/>
                <a:cs typeface="Calibri Light" panose="020F0302020204030204" pitchFamily="34" charset="0"/>
                <a:hlinkClick r:id="rId5">
                  <a:extLst>
                    <a:ext uri="{A12FA001-AC4F-418D-AE19-62706E023703}">
                      <ahyp:hlinkClr xmlns:ahyp="http://schemas.microsoft.com/office/drawing/2018/hyperlinkcolor" val="tx"/>
                    </a:ext>
                  </a:extLst>
                </a:hlinkClick>
              </a:rPr>
              <a:t>accessibility page </a:t>
            </a:r>
            <a:r>
              <a:rPr lang="en-US" sz="1000" b="0" dirty="0">
                <a:solidFill>
                  <a:schemeClr val="bg1"/>
                </a:solidFill>
                <a:latin typeface="Aptos" panose="020B0004020202020204" pitchFamily="34" charset="0"/>
                <a:cs typeface="Calibri Light" panose="020F0302020204030204" pitchFamily="34" charset="0"/>
              </a:rPr>
              <a:t>on Brand Space for more information or consult with your local legal or risk teams.</a:t>
            </a:r>
          </a:p>
        </p:txBody>
      </p:sp>
      <p:sp>
        <p:nvSpPr>
          <p:cNvPr id="5" name="Freeform 88">
            <a:hlinkClick r:id="" action="ppaction://hlinkshowjump?jump=nextslide"/>
            <a:extLst>
              <a:ext uri="{FF2B5EF4-FFF2-40B4-BE49-F238E27FC236}">
                <a16:creationId xmlns:a16="http://schemas.microsoft.com/office/drawing/2014/main" id="{74E548C9-620F-4C07-BDE2-225591BFA460}"/>
              </a:ext>
            </a:extLst>
          </p:cNvPr>
          <p:cNvSpPr>
            <a:spLocks noChangeAspect="1" noEditPoints="1"/>
          </p:cNvSpPr>
          <p:nvPr/>
        </p:nvSpPr>
        <p:spPr bwMode="auto">
          <a:xfrm>
            <a:off x="11379261" y="5994096"/>
            <a:ext cx="367041" cy="36704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192 w 512"/>
              <a:gd name="T11" fmla="*/ 416 h 512"/>
              <a:gd name="T12" fmla="*/ 184 w 512"/>
              <a:gd name="T13" fmla="*/ 413 h 512"/>
              <a:gd name="T14" fmla="*/ 184 w 512"/>
              <a:gd name="T15" fmla="*/ 397 h 512"/>
              <a:gd name="T16" fmla="*/ 326 w 512"/>
              <a:gd name="T17" fmla="*/ 256 h 512"/>
              <a:gd name="T18" fmla="*/ 184 w 512"/>
              <a:gd name="T19" fmla="*/ 114 h 512"/>
              <a:gd name="T20" fmla="*/ 184 w 512"/>
              <a:gd name="T21" fmla="*/ 99 h 512"/>
              <a:gd name="T22" fmla="*/ 199 w 512"/>
              <a:gd name="T23" fmla="*/ 99 h 512"/>
              <a:gd name="T24" fmla="*/ 349 w 512"/>
              <a:gd name="T25" fmla="*/ 248 h 512"/>
              <a:gd name="T26" fmla="*/ 349 w 512"/>
              <a:gd name="T27" fmla="*/ 263 h 512"/>
              <a:gd name="T28" fmla="*/ 199 w 512"/>
              <a:gd name="T29" fmla="*/ 413 h 512"/>
              <a:gd name="T30" fmla="*/ 192 w 512"/>
              <a:gd name="T31" fmla="*/ 4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192" y="416"/>
                </a:moveTo>
                <a:cubicBezTo>
                  <a:pt x="189" y="416"/>
                  <a:pt x="186" y="415"/>
                  <a:pt x="184" y="413"/>
                </a:cubicBezTo>
                <a:cubicBezTo>
                  <a:pt x="180" y="408"/>
                  <a:pt x="180" y="402"/>
                  <a:pt x="184" y="397"/>
                </a:cubicBezTo>
                <a:cubicBezTo>
                  <a:pt x="326" y="256"/>
                  <a:pt x="326" y="256"/>
                  <a:pt x="326" y="256"/>
                </a:cubicBezTo>
                <a:cubicBezTo>
                  <a:pt x="184" y="114"/>
                  <a:pt x="184" y="114"/>
                  <a:pt x="184" y="114"/>
                </a:cubicBezTo>
                <a:cubicBezTo>
                  <a:pt x="180" y="110"/>
                  <a:pt x="180" y="103"/>
                  <a:pt x="184" y="99"/>
                </a:cubicBezTo>
                <a:cubicBezTo>
                  <a:pt x="188" y="95"/>
                  <a:pt x="195" y="95"/>
                  <a:pt x="199" y="99"/>
                </a:cubicBezTo>
                <a:cubicBezTo>
                  <a:pt x="349" y="248"/>
                  <a:pt x="349" y="248"/>
                  <a:pt x="349" y="248"/>
                </a:cubicBezTo>
                <a:cubicBezTo>
                  <a:pt x="353" y="252"/>
                  <a:pt x="353" y="259"/>
                  <a:pt x="349" y="263"/>
                </a:cubicBezTo>
                <a:cubicBezTo>
                  <a:pt x="199" y="413"/>
                  <a:pt x="199" y="413"/>
                  <a:pt x="199" y="413"/>
                </a:cubicBezTo>
                <a:cubicBezTo>
                  <a:pt x="197" y="415"/>
                  <a:pt x="194" y="416"/>
                  <a:pt x="192" y="41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p>
        </p:txBody>
      </p:sp>
    </p:spTree>
    <p:extLst>
      <p:ext uri="{BB962C8B-B14F-4D97-AF65-F5344CB8AC3E}">
        <p14:creationId xmlns:p14="http://schemas.microsoft.com/office/powerpoint/2010/main" val="159404537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E197BD0-079D-4D9A-893D-3F8D1D18A8A5}"/>
              </a:ext>
            </a:extLst>
          </p:cNvPr>
          <p:cNvGraphicFramePr>
            <a:graphicFrameLocks noGrp="1"/>
          </p:cNvGraphicFramePr>
          <p:nvPr>
            <p:extLst>
              <p:ext uri="{D42A27DB-BD31-4B8C-83A1-F6EECF244321}">
                <p14:modId xmlns:p14="http://schemas.microsoft.com/office/powerpoint/2010/main" val="3711410356"/>
              </p:ext>
            </p:extLst>
          </p:nvPr>
        </p:nvGraphicFramePr>
        <p:xfrm>
          <a:off x="457199" y="1900680"/>
          <a:ext cx="10439400" cy="1043508"/>
        </p:xfrm>
        <a:graphic>
          <a:graphicData uri="http://schemas.openxmlformats.org/drawingml/2006/table">
            <a:tbl>
              <a:tblPr firstRow="1" firstCol="1" bandRow="1"/>
              <a:tblGrid>
                <a:gridCol w="2609850">
                  <a:extLst>
                    <a:ext uri="{9D8B030D-6E8A-4147-A177-3AD203B41FA5}">
                      <a16:colId xmlns:a16="http://schemas.microsoft.com/office/drawing/2014/main" val="20000"/>
                    </a:ext>
                  </a:extLst>
                </a:gridCol>
                <a:gridCol w="2609850">
                  <a:extLst>
                    <a:ext uri="{9D8B030D-6E8A-4147-A177-3AD203B41FA5}">
                      <a16:colId xmlns:a16="http://schemas.microsoft.com/office/drawing/2014/main" val="20001"/>
                    </a:ext>
                  </a:extLst>
                </a:gridCol>
                <a:gridCol w="2609850">
                  <a:extLst>
                    <a:ext uri="{9D8B030D-6E8A-4147-A177-3AD203B41FA5}">
                      <a16:colId xmlns:a16="http://schemas.microsoft.com/office/drawing/2014/main" val="20002"/>
                    </a:ext>
                  </a:extLst>
                </a:gridCol>
                <a:gridCol w="2609850">
                  <a:extLst>
                    <a:ext uri="{9D8B030D-6E8A-4147-A177-3AD203B41FA5}">
                      <a16:colId xmlns:a16="http://schemas.microsoft.com/office/drawing/2014/main" val="441375122"/>
                    </a:ext>
                  </a:extLst>
                </a:gridCol>
              </a:tblGrid>
              <a:tr h="210286">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bg1"/>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tx1"/>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chemeClr val="accent1"/>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3B02A"/>
                    </a:solidFill>
                  </a:tcPr>
                </a:tc>
                <a:extLst>
                  <a:ext uri="{0D108BD9-81ED-4DB2-BD59-A6C34878D82A}">
                    <a16:rowId xmlns:a16="http://schemas.microsoft.com/office/drawing/2014/main" val="10000"/>
                  </a:ext>
                </a:extLst>
              </a:tr>
              <a:tr h="304800">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White</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255 G 255 B 255</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Black</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0 G 0 B 0</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Deloitte Green</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134 G 188 B 37</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Green 4</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67 G 176 B 42</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10286">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26890D"/>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46A38"/>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D8390"/>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CB0"/>
                    </a:solidFill>
                  </a:tcPr>
                </a:tc>
                <a:extLst>
                  <a:ext uri="{0D108BD9-81ED-4DB2-BD59-A6C34878D82A}">
                    <a16:rowId xmlns:a16="http://schemas.microsoft.com/office/drawing/2014/main" val="10002"/>
                  </a:ext>
                </a:extLst>
              </a:tr>
              <a:tr h="304800">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Accessible Green</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38 G 137 B 13</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Green 6</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4 G 106 B 56</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Accessible Teal</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13 G 131 B 144</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Accessible Blue</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 0 G 124 B 176</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 name="Table 5">
            <a:extLst>
              <a:ext uri="{FF2B5EF4-FFF2-40B4-BE49-F238E27FC236}">
                <a16:creationId xmlns:a16="http://schemas.microsoft.com/office/drawing/2014/main" id="{21E9596B-6978-4864-AEDB-6C03181B0BB0}"/>
              </a:ext>
            </a:extLst>
          </p:cNvPr>
          <p:cNvGraphicFramePr>
            <a:graphicFrameLocks noGrp="1"/>
          </p:cNvGraphicFramePr>
          <p:nvPr>
            <p:extLst>
              <p:ext uri="{D42A27DB-BD31-4B8C-83A1-F6EECF244321}">
                <p14:modId xmlns:p14="http://schemas.microsoft.com/office/powerpoint/2010/main" val="105525811"/>
              </p:ext>
            </p:extLst>
          </p:nvPr>
        </p:nvGraphicFramePr>
        <p:xfrm>
          <a:off x="457201" y="3575051"/>
          <a:ext cx="10439401" cy="2545080"/>
        </p:xfrm>
        <a:graphic>
          <a:graphicData uri="http://schemas.openxmlformats.org/drawingml/2006/table">
            <a:tbl>
              <a:tblPr firstRow="1" firstCol="1" bandRow="1"/>
              <a:tblGrid>
                <a:gridCol w="1491343">
                  <a:extLst>
                    <a:ext uri="{9D8B030D-6E8A-4147-A177-3AD203B41FA5}">
                      <a16:colId xmlns:a16="http://schemas.microsoft.com/office/drawing/2014/main" val="20000"/>
                    </a:ext>
                  </a:extLst>
                </a:gridCol>
                <a:gridCol w="1491343">
                  <a:extLst>
                    <a:ext uri="{9D8B030D-6E8A-4147-A177-3AD203B41FA5}">
                      <a16:colId xmlns:a16="http://schemas.microsoft.com/office/drawing/2014/main" val="20001"/>
                    </a:ext>
                  </a:extLst>
                </a:gridCol>
                <a:gridCol w="1491343">
                  <a:extLst>
                    <a:ext uri="{9D8B030D-6E8A-4147-A177-3AD203B41FA5}">
                      <a16:colId xmlns:a16="http://schemas.microsoft.com/office/drawing/2014/main" val="20002"/>
                    </a:ext>
                  </a:extLst>
                </a:gridCol>
                <a:gridCol w="1491343">
                  <a:extLst>
                    <a:ext uri="{9D8B030D-6E8A-4147-A177-3AD203B41FA5}">
                      <a16:colId xmlns:a16="http://schemas.microsoft.com/office/drawing/2014/main" val="533255097"/>
                    </a:ext>
                  </a:extLst>
                </a:gridCol>
                <a:gridCol w="1491343">
                  <a:extLst>
                    <a:ext uri="{9D8B030D-6E8A-4147-A177-3AD203B41FA5}">
                      <a16:colId xmlns:a16="http://schemas.microsoft.com/office/drawing/2014/main" val="3342033590"/>
                    </a:ext>
                  </a:extLst>
                </a:gridCol>
                <a:gridCol w="1491343">
                  <a:extLst>
                    <a:ext uri="{9D8B030D-6E8A-4147-A177-3AD203B41FA5}">
                      <a16:colId xmlns:a16="http://schemas.microsoft.com/office/drawing/2014/main" val="2390683145"/>
                    </a:ext>
                  </a:extLst>
                </a:gridCol>
                <a:gridCol w="1491343">
                  <a:extLst>
                    <a:ext uri="{9D8B030D-6E8A-4147-A177-3AD203B41FA5}">
                      <a16:colId xmlns:a16="http://schemas.microsoft.com/office/drawing/2014/main" val="698247616"/>
                    </a:ext>
                  </a:extLst>
                </a:gridCol>
              </a:tblGrid>
              <a:tr h="210312">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a:noFill/>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E3E48D"/>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C4D600"/>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009A44"/>
                    </a:solidFill>
                  </a:tcPr>
                </a:tc>
                <a:tc>
                  <a:txBody>
                    <a:bodyPr/>
                    <a:lstStyle/>
                    <a:p>
                      <a:pPr>
                        <a:lnSpc>
                          <a:spcPct val="100000"/>
                        </a:lnSpc>
                        <a:spcBef>
                          <a:spcPts val="0"/>
                        </a:spcBef>
                        <a:spcAft>
                          <a:spcPts val="0"/>
                        </a:spcAft>
                      </a:pPr>
                      <a:endParaRPr lang="en-US" sz="8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2C5234"/>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A0DCFF"/>
                    </a:solidFill>
                  </a:tcPr>
                </a:tc>
                <a:tc>
                  <a:txBody>
                    <a:bodyPr/>
                    <a:lstStyle/>
                    <a:p>
                      <a:pPr>
                        <a:lnSpc>
                          <a:spcPct val="100000"/>
                        </a:lnSpc>
                        <a:spcBef>
                          <a:spcPts val="0"/>
                        </a:spcBef>
                        <a:spcAft>
                          <a:spcPts val="0"/>
                        </a:spcAft>
                      </a:pPr>
                      <a:r>
                        <a:rPr lang="en-US" sz="8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62B5E5"/>
                    </a:solidFill>
                  </a:tcPr>
                </a:tc>
                <a:tc>
                  <a:txBody>
                    <a:bodyPr/>
                    <a:lstStyle/>
                    <a:p>
                      <a:pPr>
                        <a:lnSpc>
                          <a:spcPct val="100000"/>
                        </a:lnSpc>
                        <a:spcBef>
                          <a:spcPts val="0"/>
                        </a:spcBef>
                        <a:spcAft>
                          <a:spcPts val="0"/>
                        </a:spcAft>
                      </a:pPr>
                      <a:endParaRPr lang="en-US" sz="8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231" marB="43231">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a:noFill/>
                    </a:lnT>
                    <a:lnB w="38100" cap="flat" cmpd="sng" algn="ctr">
                      <a:solidFill>
                        <a:srgbClr val="FFFFFF"/>
                      </a:solidFill>
                      <a:prstDash val="solid"/>
                      <a:round/>
                      <a:headEnd type="none" w="med" len="med"/>
                      <a:tailEnd type="none" w="med" len="med"/>
                    </a:lnB>
                    <a:solidFill>
                      <a:srgbClr val="00A3E0"/>
                    </a:solidFill>
                  </a:tcPr>
                </a:tc>
                <a:extLst>
                  <a:ext uri="{0D108BD9-81ED-4DB2-BD59-A6C34878D82A}">
                    <a16:rowId xmlns:a16="http://schemas.microsoft.com/office/drawing/2014/main" val="10000"/>
                  </a:ext>
                </a:extLst>
              </a:tr>
              <a:tr h="304800">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Green 1</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R227 G228 B141</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Green 2</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R196 G214 B0</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Green 5</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G154 B68</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Green 7</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R44 G8</a:t>
                      </a:r>
                      <a:r>
                        <a:rPr lang="en-US" sz="900" dirty="0">
                          <a:solidFill>
                            <a:schemeClr val="tx1"/>
                          </a:solidFill>
                          <a:effectLst/>
                          <a:latin typeface="Aptos" panose="020B0004020202020204" pitchFamily="34" charset="0"/>
                          <a:ea typeface="Verdana" panose="020B0604030504040204" pitchFamily="34" charset="0"/>
                          <a:cs typeface="Calibri Light" panose="020F0302020204030204" pitchFamily="34" charset="0"/>
                        </a:rPr>
                        <a:t>2</a:t>
                      </a:r>
                      <a:r>
                        <a:rPr lang="en-US" sz="900" dirty="0">
                          <a:effectLst/>
                          <a:latin typeface="Aptos" panose="020B0004020202020204" pitchFamily="34" charset="0"/>
                          <a:ea typeface="Verdana" panose="020B0604030504040204" pitchFamily="34" charset="0"/>
                          <a:cs typeface="Calibri Light" panose="020F0302020204030204" pitchFamily="34" charset="0"/>
                        </a:rPr>
                        <a:t> B52</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1</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R160 G220 B255</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2</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R98 G181 B229</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3</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G163 B224</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6A8"/>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5587"/>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12169"/>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41E42"/>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DEFE8"/>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DD4CF"/>
                    </a:solidFill>
                  </a:tcPr>
                </a:tc>
                <a:tc>
                  <a:txBody>
                    <a:bodyPr/>
                    <a:lstStyle/>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6FC2B4"/>
                    </a:solidFill>
                  </a:tcPr>
                </a:tc>
                <a:extLst>
                  <a:ext uri="{0D108BD9-81ED-4DB2-BD59-A6C34878D82A}">
                    <a16:rowId xmlns:a16="http://schemas.microsoft.com/office/drawing/2014/main" val="10002"/>
                  </a:ext>
                </a:extLst>
              </a:tr>
              <a:tr h="304800">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4</a:t>
                      </a:r>
                      <a:endParaRPr lang="en-US" sz="900" dirty="0">
                        <a:effectLst/>
                        <a:latin typeface="Aptos" panose="020B0004020202020204" pitchFamily="34" charset="0"/>
                        <a:ea typeface="Verdana" panose="020B0604030504040204" pitchFamily="34" charset="0"/>
                        <a:cs typeface="Calibri" panose="020F0502020204030204" pitchFamily="34" charset="0"/>
                      </a:endParaRP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G118 B168</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5</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G85 B135</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6</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 G33 B105</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panose="020F0502020204030204" pitchFamily="34" charset="0"/>
                        </a:rPr>
                        <a:t>Blue 7</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R4 G30 B66</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1</a:t>
                      </a: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p>
                      <a:pPr>
                        <a:lnSpc>
                          <a:spcPct val="100000"/>
                        </a:lnSpc>
                        <a:spcBef>
                          <a:spcPts val="0"/>
                        </a:spcBef>
                        <a:spcAft>
                          <a:spcPts val="0"/>
                        </a:spcAft>
                      </a:pPr>
                      <a:r>
                        <a:rPr lang="en-US" sz="900" b="0" dirty="0">
                          <a:effectLst/>
                          <a:latin typeface="Aptos" panose="020B0004020202020204" pitchFamily="34" charset="0"/>
                          <a:ea typeface="Verdana" panose="020B0604030504040204" pitchFamily="34" charset="0"/>
                          <a:cs typeface="Calibri Light" panose="020F0302020204030204" pitchFamily="34" charset="0"/>
                        </a:rPr>
                        <a:t>R221 G239 B232</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2</a:t>
                      </a:r>
                    </a:p>
                    <a:p>
                      <a:pPr>
                        <a:lnSpc>
                          <a:spcPct val="100000"/>
                        </a:lnSpc>
                        <a:spcBef>
                          <a:spcPts val="0"/>
                        </a:spcBef>
                        <a:spcAft>
                          <a:spcPts val="0"/>
                        </a:spcAft>
                      </a:pPr>
                      <a:r>
                        <a:rPr lang="en-US" sz="900" b="0" dirty="0">
                          <a:effectLst/>
                          <a:latin typeface="Aptos" panose="020B0004020202020204" pitchFamily="34" charset="0"/>
                          <a:ea typeface="Verdana" panose="020B0604030504040204" pitchFamily="34" charset="0"/>
                          <a:cs typeface="Calibri Light" panose="020F0302020204030204" pitchFamily="34" charset="0"/>
                        </a:rPr>
                        <a:t>R157 G212 B207</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3</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R111 G194 B180</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210312">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ABAB"/>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97A9"/>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7680"/>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04F59"/>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0D0CE"/>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BBBCBC"/>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A7A8AA"/>
                    </a:solidFill>
                  </a:tcPr>
                </a:tc>
                <a:extLst>
                  <a:ext uri="{0D108BD9-81ED-4DB2-BD59-A6C34878D82A}">
                    <a16:rowId xmlns:a16="http://schemas.microsoft.com/office/drawing/2014/main" val="10004"/>
                  </a:ext>
                </a:extLst>
              </a:tr>
              <a:tr h="304800">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4</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G171 B171</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5</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G151 B169</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6</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G118 B128</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Teal 7</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R0 G79 B89</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2</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R208 G208 B206</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4</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R187 G188 B188</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6</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R167 G168 B170</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210312">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7999B"/>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75787B"/>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63666A"/>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53565A"/>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DF200"/>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EFAC5"/>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33F0FF"/>
                    </a:solidFill>
                  </a:tcPr>
                </a:tc>
                <a:extLst>
                  <a:ext uri="{0D108BD9-81ED-4DB2-BD59-A6C34878D82A}">
                    <a16:rowId xmlns:a16="http://schemas.microsoft.com/office/drawing/2014/main" val="1618977446"/>
                  </a:ext>
                </a:extLst>
              </a:tr>
              <a:tr h="191639">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7</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R151 G153 B155</a:t>
                      </a: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9</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R117 G120 B123</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10</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R99 G102 B106</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Cool Gray 11</a:t>
                      </a:r>
                    </a:p>
                    <a:p>
                      <a:pPr>
                        <a:lnSpc>
                          <a:spcPct val="100000"/>
                        </a:lnSpc>
                        <a:spcBef>
                          <a:spcPts val="0"/>
                        </a:spcBef>
                        <a:spcAft>
                          <a:spcPts val="0"/>
                        </a:spcAft>
                      </a:pPr>
                      <a:r>
                        <a:rPr lang="en-US" sz="900" dirty="0">
                          <a:effectLst/>
                          <a:latin typeface="Aptos" panose="020B0004020202020204" pitchFamily="34" charset="0"/>
                          <a:ea typeface="Verdana" panose="020B0604030504040204" pitchFamily="34" charset="0"/>
                          <a:cs typeface="Calibri Light" panose="020F0302020204030204" pitchFamily="34" charset="0"/>
                        </a:rPr>
                        <a:t>R83 G86 B90</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Bright Green (Limited Use)</a:t>
                      </a:r>
                    </a:p>
                    <a:p>
                      <a:r>
                        <a:rPr lang="en-US" sz="900" b="0" i="0" u="none" strike="noStrike" kern="1200" baseline="0" dirty="0">
                          <a:solidFill>
                            <a:schemeClr val="tx1"/>
                          </a:solidFill>
                          <a:latin typeface="Aptos" panose="020B0004020202020204" pitchFamily="34" charset="0"/>
                          <a:ea typeface="+mn-ea"/>
                          <a:cs typeface="+mn-cs"/>
                        </a:rPr>
                        <a:t>R13 G242 B0 </a:t>
                      </a: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Bright Teal (Limited Use)</a:t>
                      </a:r>
                    </a:p>
                    <a:p>
                      <a:r>
                        <a:rPr lang="en-US" sz="900" b="0" i="0" u="none" strike="noStrike" kern="1200" baseline="0" dirty="0">
                          <a:solidFill>
                            <a:schemeClr val="tx1"/>
                          </a:solidFill>
                          <a:latin typeface="Aptos" panose="020B0004020202020204" pitchFamily="34" charset="0"/>
                          <a:ea typeface="+mn-ea"/>
                          <a:cs typeface="+mn-cs"/>
                        </a:rPr>
                        <a:t>R62 G250 B197 </a:t>
                      </a: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Bright Blue (Limited Use)</a:t>
                      </a:r>
                    </a:p>
                    <a:p>
                      <a:r>
                        <a:rPr lang="en-US" sz="900" b="0" i="0" u="none" strike="noStrike" kern="1200" baseline="0" dirty="0">
                          <a:solidFill>
                            <a:schemeClr val="tx1"/>
                          </a:solidFill>
                          <a:latin typeface="Aptos" panose="020B0004020202020204" pitchFamily="34" charset="0"/>
                          <a:ea typeface="+mn-ea"/>
                          <a:cs typeface="+mn-cs"/>
                        </a:rPr>
                        <a:t>R51 G240 B255 </a:t>
                      </a: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657596839"/>
                  </a:ext>
                </a:extLst>
              </a:tr>
              <a:tr h="210312">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A291C"/>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ED8B00"/>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FFCD00"/>
                    </a:solid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tc>
                  <a:txBody>
                    <a:bodyPr/>
                    <a:lstStyle/>
                    <a:p>
                      <a:pPr>
                        <a:lnSpc>
                          <a:spcPct val="100000"/>
                        </a:lnSpc>
                        <a:spcBef>
                          <a:spcPts val="0"/>
                        </a:spcBef>
                        <a:spcAft>
                          <a:spcPts val="0"/>
                        </a:spcAft>
                      </a:pPr>
                      <a:endParaRPr lang="en-US" sz="9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47306872"/>
                  </a:ext>
                </a:extLst>
              </a:tr>
              <a:tr h="304800">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Red (Functional Use)</a:t>
                      </a:r>
                    </a:p>
                    <a:p>
                      <a:r>
                        <a:rPr lang="en-US" sz="900" b="0" i="0" u="none" strike="noStrike" kern="1200" baseline="0" dirty="0">
                          <a:solidFill>
                            <a:schemeClr val="tx1"/>
                          </a:solidFill>
                          <a:latin typeface="Aptos" panose="020B0004020202020204" pitchFamily="34" charset="0"/>
                          <a:ea typeface="+mn-ea"/>
                          <a:cs typeface="+mn-cs"/>
                        </a:rPr>
                        <a:t>R218 G41 B28 </a:t>
                      </a: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a:noFill/>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Orange (Functional Use)</a:t>
                      </a:r>
                    </a:p>
                    <a:p>
                      <a:r>
                        <a:rPr lang="en-US" sz="900" b="0" i="0" u="none" strike="noStrike" kern="1200" baseline="0" dirty="0">
                          <a:solidFill>
                            <a:schemeClr val="tx1"/>
                          </a:solidFill>
                          <a:latin typeface="Aptos" panose="020B0004020202020204" pitchFamily="34" charset="0"/>
                          <a:ea typeface="+mn-ea"/>
                          <a:cs typeface="+mn-cs"/>
                        </a:rPr>
                        <a:t>R237 G139 B0 </a:t>
                      </a: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r>
                        <a:rPr lang="en-US" sz="900" b="1" dirty="0">
                          <a:effectLst/>
                          <a:latin typeface="Aptos" panose="020B0004020202020204" pitchFamily="34" charset="0"/>
                          <a:ea typeface="Verdana" panose="020B0604030504040204" pitchFamily="34" charset="0"/>
                          <a:cs typeface="Calibri Light" panose="020F0302020204030204" pitchFamily="34" charset="0"/>
                        </a:rPr>
                        <a:t>Yellow (Functional Use)</a:t>
                      </a:r>
                    </a:p>
                    <a:p>
                      <a:r>
                        <a:rPr lang="en-US" sz="900" b="0" i="0" u="none" strike="noStrike" kern="1200" baseline="0" dirty="0">
                          <a:solidFill>
                            <a:schemeClr val="tx1"/>
                          </a:solidFill>
                          <a:latin typeface="Aptos" panose="020B0004020202020204" pitchFamily="34" charset="0"/>
                          <a:ea typeface="+mn-ea"/>
                          <a:cs typeface="+mn-cs"/>
                        </a:rPr>
                        <a:t>R255 G205 B0 </a:t>
                      </a: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nSpc>
                          <a:spcPct val="100000"/>
                        </a:lnSpc>
                        <a:spcBef>
                          <a:spcPts val="0"/>
                        </a:spcBef>
                        <a:spcAft>
                          <a:spcPts val="0"/>
                        </a:spcAft>
                      </a:pP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tc>
                  <a:txBody>
                    <a:bodyPr/>
                    <a:lstStyle/>
                    <a:p>
                      <a:pPr>
                        <a:lnSpc>
                          <a:spcPct val="100000"/>
                        </a:lnSpc>
                        <a:spcBef>
                          <a:spcPts val="0"/>
                        </a:spcBef>
                        <a:spcAft>
                          <a:spcPts val="0"/>
                        </a:spcAft>
                      </a:pP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tc>
                  <a:txBody>
                    <a:bodyPr/>
                    <a:lstStyle/>
                    <a:p>
                      <a:pPr>
                        <a:lnSpc>
                          <a:spcPct val="100000"/>
                        </a:lnSpc>
                        <a:spcBef>
                          <a:spcPts val="0"/>
                        </a:spcBef>
                        <a:spcAft>
                          <a:spcPts val="0"/>
                        </a:spcAft>
                      </a:pPr>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tc>
                  <a:txBody>
                    <a:bodyPr/>
                    <a:lstStyle/>
                    <a:p>
                      <a:endParaRPr lang="en-US" sz="9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0" marB="0">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819936511"/>
                  </a:ext>
                </a:extLst>
              </a:tr>
            </a:tbl>
          </a:graphicData>
        </a:graphic>
      </p:graphicFrame>
      <p:sp>
        <p:nvSpPr>
          <p:cNvPr id="7" name="TextBox 6">
            <a:extLst>
              <a:ext uri="{FF2B5EF4-FFF2-40B4-BE49-F238E27FC236}">
                <a16:creationId xmlns:a16="http://schemas.microsoft.com/office/drawing/2014/main" id="{3BD2D5C4-AAF0-4970-83C7-5DE3DB5049A2}"/>
              </a:ext>
            </a:extLst>
          </p:cNvPr>
          <p:cNvSpPr txBox="1"/>
          <p:nvPr/>
        </p:nvSpPr>
        <p:spPr>
          <a:xfrm>
            <a:off x="457200" y="1687150"/>
            <a:ext cx="1414465" cy="200055"/>
          </a:xfrm>
          <a:prstGeom prst="rect">
            <a:avLst/>
          </a:prstGeom>
          <a:noFill/>
        </p:spPr>
        <p:txBody>
          <a:bodyPr wrap="square" lIns="0" tIns="0" rIns="0" bIns="0" rtlCol="0">
            <a:spAutoFit/>
          </a:bodyPr>
          <a:lstStyle/>
          <a:p>
            <a:pPr>
              <a:spcBef>
                <a:spcPts val="450"/>
              </a:spcBef>
              <a:buSzPct val="100000"/>
            </a:pPr>
            <a:r>
              <a:rPr lang="en-US" sz="1300" b="1" dirty="0">
                <a:solidFill>
                  <a:schemeClr val="accent3"/>
                </a:solidFill>
                <a:latin typeface="Aptos" panose="020B0004020202020204" pitchFamily="34" charset="0"/>
              </a:rPr>
              <a:t>Primary palette</a:t>
            </a:r>
          </a:p>
        </p:txBody>
      </p:sp>
      <p:sp>
        <p:nvSpPr>
          <p:cNvPr id="8" name="TextBox 7">
            <a:extLst>
              <a:ext uri="{FF2B5EF4-FFF2-40B4-BE49-F238E27FC236}">
                <a16:creationId xmlns:a16="http://schemas.microsoft.com/office/drawing/2014/main" id="{13F75ABF-F75C-4C5D-A86D-2DA8F4036081}"/>
              </a:ext>
            </a:extLst>
          </p:cNvPr>
          <p:cNvSpPr txBox="1"/>
          <p:nvPr/>
        </p:nvSpPr>
        <p:spPr>
          <a:xfrm>
            <a:off x="457200" y="3289074"/>
            <a:ext cx="1717607" cy="200055"/>
          </a:xfrm>
          <a:prstGeom prst="rect">
            <a:avLst/>
          </a:prstGeom>
          <a:noFill/>
        </p:spPr>
        <p:txBody>
          <a:bodyPr wrap="square" lIns="0" tIns="0" rIns="0" bIns="0" rtlCol="0">
            <a:spAutoFit/>
          </a:bodyPr>
          <a:lstStyle/>
          <a:p>
            <a:pPr>
              <a:spcBef>
                <a:spcPts val="450"/>
              </a:spcBef>
              <a:buSzPct val="100000"/>
            </a:pPr>
            <a:r>
              <a:rPr lang="en-US" sz="1300" b="1" dirty="0">
                <a:solidFill>
                  <a:schemeClr val="accent3"/>
                </a:solidFill>
                <a:latin typeface="Aptos" panose="020B0004020202020204" pitchFamily="34" charset="0"/>
              </a:rPr>
              <a:t>Secondary palette</a:t>
            </a:r>
          </a:p>
        </p:txBody>
      </p:sp>
      <p:sp>
        <p:nvSpPr>
          <p:cNvPr id="4" name="Text Placeholder 3">
            <a:extLst>
              <a:ext uri="{FF2B5EF4-FFF2-40B4-BE49-F238E27FC236}">
                <a16:creationId xmlns:a16="http://schemas.microsoft.com/office/drawing/2014/main" id="{45C5DB58-D017-442A-8A52-4EF5B0EEA3B9}"/>
              </a:ext>
            </a:extLst>
          </p:cNvPr>
          <p:cNvSpPr>
            <a:spLocks noGrp="1"/>
          </p:cNvSpPr>
          <p:nvPr>
            <p:ph type="body" sz="quarter" idx="13"/>
          </p:nvPr>
        </p:nvSpPr>
        <p:spPr/>
        <p:txBody>
          <a:bodyPr/>
          <a:lstStyle/>
          <a:p>
            <a:r>
              <a:rPr lang="en-US" dirty="0"/>
              <a:t>Color</a:t>
            </a:r>
          </a:p>
        </p:txBody>
      </p:sp>
      <p:sp>
        <p:nvSpPr>
          <p:cNvPr id="2" name="Title 1">
            <a:extLst>
              <a:ext uri="{FF2B5EF4-FFF2-40B4-BE49-F238E27FC236}">
                <a16:creationId xmlns:a16="http://schemas.microsoft.com/office/drawing/2014/main" id="{23C444CE-8100-43BB-AEAD-99B42867BF56}"/>
              </a:ext>
            </a:extLst>
          </p:cNvPr>
          <p:cNvSpPr>
            <a:spLocks noGrp="1"/>
          </p:cNvSpPr>
          <p:nvPr>
            <p:ph type="title"/>
          </p:nvPr>
        </p:nvSpPr>
        <p:spPr/>
        <p:txBody>
          <a:bodyPr/>
          <a:lstStyle/>
          <a:p>
            <a:r>
              <a:rPr lang="en-US" dirty="0"/>
              <a:t>Brand basics</a:t>
            </a:r>
          </a:p>
        </p:txBody>
      </p:sp>
    </p:spTree>
    <p:extLst>
      <p:ext uri="{BB962C8B-B14F-4D97-AF65-F5344CB8AC3E}">
        <p14:creationId xmlns:p14="http://schemas.microsoft.com/office/powerpoint/2010/main" val="74143507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6F8CF86E-1DEF-7F59-1E35-ADB263BC1075}"/>
              </a:ext>
            </a:extLst>
          </p:cNvPr>
          <p:cNvSpPr>
            <a:spLocks noGrp="1"/>
          </p:cNvSpPr>
          <p:nvPr>
            <p:ph type="body" sz="quarter" idx="13"/>
          </p:nvPr>
        </p:nvSpPr>
        <p:spPr/>
        <p:txBody>
          <a:bodyPr/>
          <a:lstStyle/>
          <a:p>
            <a:r>
              <a:rPr lang="en-US" dirty="0"/>
              <a:t>Accessible color combinations</a:t>
            </a:r>
          </a:p>
        </p:txBody>
      </p:sp>
      <p:sp>
        <p:nvSpPr>
          <p:cNvPr id="3" name="Title 2">
            <a:extLst>
              <a:ext uri="{FF2B5EF4-FFF2-40B4-BE49-F238E27FC236}">
                <a16:creationId xmlns:a16="http://schemas.microsoft.com/office/drawing/2014/main" id="{2BAA09B6-38F1-CD1B-C561-AFBBCE61B9DE}"/>
              </a:ext>
            </a:extLst>
          </p:cNvPr>
          <p:cNvSpPr>
            <a:spLocks noGrp="1"/>
          </p:cNvSpPr>
          <p:nvPr>
            <p:ph type="title"/>
          </p:nvPr>
        </p:nvSpPr>
        <p:spPr/>
        <p:txBody>
          <a:bodyPr/>
          <a:lstStyle/>
          <a:p>
            <a:r>
              <a:rPr lang="en-US" dirty="0"/>
              <a:t>Brand basics</a:t>
            </a:r>
          </a:p>
        </p:txBody>
      </p:sp>
      <p:grpSp>
        <p:nvGrpSpPr>
          <p:cNvPr id="29" name="Group 28">
            <a:extLst>
              <a:ext uri="{FF2B5EF4-FFF2-40B4-BE49-F238E27FC236}">
                <a16:creationId xmlns:a16="http://schemas.microsoft.com/office/drawing/2014/main" id="{518841DD-7394-F2A1-7C5A-94B9E0FEEF46}"/>
              </a:ext>
            </a:extLst>
          </p:cNvPr>
          <p:cNvGrpSpPr/>
          <p:nvPr/>
        </p:nvGrpSpPr>
        <p:grpSpPr>
          <a:xfrm>
            <a:off x="2117559" y="1679826"/>
            <a:ext cx="8888696" cy="4481854"/>
            <a:chOff x="977138" y="1198490"/>
            <a:chExt cx="10287513" cy="5187164"/>
          </a:xfrm>
        </p:grpSpPr>
        <p:pic>
          <p:nvPicPr>
            <p:cNvPr id="20" name="Picture 19">
              <a:extLst>
                <a:ext uri="{FF2B5EF4-FFF2-40B4-BE49-F238E27FC236}">
                  <a16:creationId xmlns:a16="http://schemas.microsoft.com/office/drawing/2014/main" id="{62678D20-6A05-E665-4D35-F6A413B6E04C}"/>
                </a:ext>
              </a:extLst>
            </p:cNvPr>
            <p:cNvPicPr>
              <a:picLocks noChangeAspect="1"/>
            </p:cNvPicPr>
            <p:nvPr/>
          </p:nvPicPr>
          <p:blipFill rotWithShape="1">
            <a:blip r:embed="rId2"/>
            <a:srcRect t="2351"/>
            <a:stretch/>
          </p:blipFill>
          <p:spPr>
            <a:xfrm>
              <a:off x="6486511" y="4684823"/>
              <a:ext cx="2454918" cy="1700831"/>
            </a:xfrm>
            <a:prstGeom prst="rect">
              <a:avLst/>
            </a:prstGeom>
          </p:spPr>
        </p:pic>
        <p:grpSp>
          <p:nvGrpSpPr>
            <p:cNvPr id="26" name="Group 25">
              <a:extLst>
                <a:ext uri="{FF2B5EF4-FFF2-40B4-BE49-F238E27FC236}">
                  <a16:creationId xmlns:a16="http://schemas.microsoft.com/office/drawing/2014/main" id="{635B1882-3740-AB16-E4FB-E8FA2316C512}"/>
                </a:ext>
              </a:extLst>
            </p:cNvPr>
            <p:cNvGrpSpPr/>
            <p:nvPr/>
          </p:nvGrpSpPr>
          <p:grpSpPr>
            <a:xfrm>
              <a:off x="977138" y="1198490"/>
              <a:ext cx="10287513" cy="5032182"/>
              <a:chOff x="977138" y="1251655"/>
              <a:chExt cx="10287513" cy="5032182"/>
            </a:xfrm>
          </p:grpSpPr>
          <p:pic>
            <p:nvPicPr>
              <p:cNvPr id="6" name="Picture 5">
                <a:extLst>
                  <a:ext uri="{FF2B5EF4-FFF2-40B4-BE49-F238E27FC236}">
                    <a16:creationId xmlns:a16="http://schemas.microsoft.com/office/drawing/2014/main" id="{113DB236-8108-76E5-85C1-90684F1079D8}"/>
                  </a:ext>
                </a:extLst>
              </p:cNvPr>
              <p:cNvPicPr>
                <a:picLocks noChangeAspect="1"/>
              </p:cNvPicPr>
              <p:nvPr/>
            </p:nvPicPr>
            <p:blipFill rotWithShape="1">
              <a:blip r:embed="rId3"/>
              <a:srcRect t="16412"/>
              <a:stretch/>
            </p:blipFill>
            <p:spPr>
              <a:xfrm>
                <a:off x="977138" y="1265962"/>
                <a:ext cx="4823397" cy="1651019"/>
              </a:xfrm>
              <a:prstGeom prst="rect">
                <a:avLst/>
              </a:prstGeom>
            </p:spPr>
          </p:pic>
          <p:pic>
            <p:nvPicPr>
              <p:cNvPr id="8" name="Picture 7">
                <a:extLst>
                  <a:ext uri="{FF2B5EF4-FFF2-40B4-BE49-F238E27FC236}">
                    <a16:creationId xmlns:a16="http://schemas.microsoft.com/office/drawing/2014/main" id="{3F0B86EC-E404-6508-E8A7-F98C9D4EC3C3}"/>
                  </a:ext>
                </a:extLst>
              </p:cNvPr>
              <p:cNvPicPr>
                <a:picLocks noChangeAspect="1"/>
              </p:cNvPicPr>
              <p:nvPr/>
            </p:nvPicPr>
            <p:blipFill rotWithShape="1">
              <a:blip r:embed="rId4"/>
              <a:srcRect t="17577"/>
              <a:stretch/>
            </p:blipFill>
            <p:spPr>
              <a:xfrm>
                <a:off x="5655667" y="1251655"/>
                <a:ext cx="4827719" cy="1528237"/>
              </a:xfrm>
              <a:prstGeom prst="rect">
                <a:avLst/>
              </a:prstGeom>
            </p:spPr>
          </p:pic>
          <p:pic>
            <p:nvPicPr>
              <p:cNvPr id="10" name="Picture 9">
                <a:extLst>
                  <a:ext uri="{FF2B5EF4-FFF2-40B4-BE49-F238E27FC236}">
                    <a16:creationId xmlns:a16="http://schemas.microsoft.com/office/drawing/2014/main" id="{09FFA12D-0999-7ECD-36F3-102F5A54C69A}"/>
                  </a:ext>
                </a:extLst>
              </p:cNvPr>
              <p:cNvPicPr>
                <a:picLocks noChangeAspect="1"/>
              </p:cNvPicPr>
              <p:nvPr/>
            </p:nvPicPr>
            <p:blipFill>
              <a:blip r:embed="rId5"/>
              <a:stretch>
                <a:fillRect/>
              </a:stretch>
            </p:blipFill>
            <p:spPr>
              <a:xfrm>
                <a:off x="992638" y="2984719"/>
                <a:ext cx="4762889" cy="1651019"/>
              </a:xfrm>
              <a:prstGeom prst="rect">
                <a:avLst/>
              </a:prstGeom>
            </p:spPr>
          </p:pic>
          <p:pic>
            <p:nvPicPr>
              <p:cNvPr id="14" name="Picture 13">
                <a:extLst>
                  <a:ext uri="{FF2B5EF4-FFF2-40B4-BE49-F238E27FC236}">
                    <a16:creationId xmlns:a16="http://schemas.microsoft.com/office/drawing/2014/main" id="{B4DD6BD9-3BE6-E14A-C333-30C50ECE9CA0}"/>
                  </a:ext>
                </a:extLst>
              </p:cNvPr>
              <p:cNvPicPr>
                <a:picLocks noChangeAspect="1"/>
              </p:cNvPicPr>
              <p:nvPr/>
            </p:nvPicPr>
            <p:blipFill rotWithShape="1">
              <a:blip r:embed="rId6"/>
              <a:srcRect t="4462"/>
              <a:stretch/>
            </p:blipFill>
            <p:spPr>
              <a:xfrm>
                <a:off x="1006497" y="4698228"/>
                <a:ext cx="4801787" cy="1585609"/>
              </a:xfrm>
              <a:prstGeom prst="rect">
                <a:avLst/>
              </a:prstGeom>
            </p:spPr>
          </p:pic>
          <p:pic>
            <p:nvPicPr>
              <p:cNvPr id="16" name="Picture 15">
                <a:extLst>
                  <a:ext uri="{FF2B5EF4-FFF2-40B4-BE49-F238E27FC236}">
                    <a16:creationId xmlns:a16="http://schemas.microsoft.com/office/drawing/2014/main" id="{4C5E845A-FAC1-70F1-0CE1-3676F9B81284}"/>
                  </a:ext>
                </a:extLst>
              </p:cNvPr>
              <p:cNvPicPr>
                <a:picLocks noChangeAspect="1"/>
              </p:cNvPicPr>
              <p:nvPr/>
            </p:nvPicPr>
            <p:blipFill rotWithShape="1">
              <a:blip r:embed="rId7"/>
              <a:srcRect l="10425" t="2946" r="14134" b="-1"/>
              <a:stretch/>
            </p:blipFill>
            <p:spPr>
              <a:xfrm>
                <a:off x="5751651" y="4683921"/>
                <a:ext cx="727109" cy="1585609"/>
              </a:xfrm>
              <a:prstGeom prst="rect">
                <a:avLst/>
              </a:prstGeom>
            </p:spPr>
          </p:pic>
          <p:pic>
            <p:nvPicPr>
              <p:cNvPr id="22" name="Picture 21">
                <a:extLst>
                  <a:ext uri="{FF2B5EF4-FFF2-40B4-BE49-F238E27FC236}">
                    <a16:creationId xmlns:a16="http://schemas.microsoft.com/office/drawing/2014/main" id="{5856F525-1D66-0818-4F58-4791196F7DD0}"/>
                  </a:ext>
                </a:extLst>
              </p:cNvPr>
              <p:cNvPicPr>
                <a:picLocks noChangeAspect="1"/>
              </p:cNvPicPr>
              <p:nvPr/>
            </p:nvPicPr>
            <p:blipFill>
              <a:blip r:embed="rId8"/>
              <a:stretch>
                <a:fillRect/>
              </a:stretch>
            </p:blipFill>
            <p:spPr>
              <a:xfrm>
                <a:off x="8809733" y="4681248"/>
                <a:ext cx="2454918" cy="1555934"/>
              </a:xfrm>
              <a:prstGeom prst="rect">
                <a:avLst/>
              </a:prstGeom>
            </p:spPr>
          </p:pic>
          <p:pic>
            <p:nvPicPr>
              <p:cNvPr id="25" name="Picture 24">
                <a:extLst>
                  <a:ext uri="{FF2B5EF4-FFF2-40B4-BE49-F238E27FC236}">
                    <a16:creationId xmlns:a16="http://schemas.microsoft.com/office/drawing/2014/main" id="{910CAD91-F085-7A8D-65EF-2C0715B8D334}"/>
                  </a:ext>
                </a:extLst>
              </p:cNvPr>
              <p:cNvPicPr>
                <a:picLocks noChangeAspect="1"/>
              </p:cNvPicPr>
              <p:nvPr/>
            </p:nvPicPr>
            <p:blipFill>
              <a:blip r:embed="rId9"/>
              <a:stretch>
                <a:fillRect/>
              </a:stretch>
            </p:blipFill>
            <p:spPr>
              <a:xfrm>
                <a:off x="5720989" y="3034337"/>
                <a:ext cx="4732453" cy="1555934"/>
              </a:xfrm>
              <a:prstGeom prst="rect">
                <a:avLst/>
              </a:prstGeom>
            </p:spPr>
          </p:pic>
        </p:grpSp>
      </p:grpSp>
      <p:sp>
        <p:nvSpPr>
          <p:cNvPr id="2" name="TextBox 1">
            <a:extLst>
              <a:ext uri="{FF2B5EF4-FFF2-40B4-BE49-F238E27FC236}">
                <a16:creationId xmlns:a16="http://schemas.microsoft.com/office/drawing/2014/main" id="{A65F69D7-CCCA-6FE9-275B-E38700573AF8}"/>
              </a:ext>
            </a:extLst>
          </p:cNvPr>
          <p:cNvSpPr txBox="1"/>
          <p:nvPr/>
        </p:nvSpPr>
        <p:spPr>
          <a:xfrm>
            <a:off x="472265" y="1690458"/>
            <a:ext cx="1323073" cy="3477875"/>
          </a:xfrm>
          <a:prstGeom prst="rect">
            <a:avLst/>
          </a:prstGeom>
          <a:noFill/>
        </p:spPr>
        <p:txBody>
          <a:bodyPr wrap="square" lIns="0" tIns="0" rIns="0" bIns="0" rtlCol="0">
            <a:spAutoFit/>
          </a:bodyPr>
          <a:lstStyle/>
          <a:p>
            <a:pPr>
              <a:spcBef>
                <a:spcPts val="600"/>
              </a:spcBef>
              <a:buSzPct val="100000"/>
            </a:pPr>
            <a:r>
              <a:rPr lang="en-US" sz="1200" dirty="0">
                <a:latin typeface="Aptos" panose="020B0004020202020204" pitchFamily="34" charset="0"/>
              </a:rPr>
              <a:t>It is important to consider the readability of color combinations when creating slides. The chart to the right gives a basic overview of which color combinations are considered accessible. </a:t>
            </a:r>
          </a:p>
          <a:p>
            <a:pPr>
              <a:spcBef>
                <a:spcPts val="600"/>
              </a:spcBef>
              <a:buSzPct val="100000"/>
            </a:pPr>
            <a:r>
              <a:rPr lang="en-US" sz="1200" dirty="0">
                <a:latin typeface="Aptos" panose="020B0004020202020204" pitchFamily="34" charset="0"/>
              </a:rPr>
              <a:t>Review the complete guidance on how to correctly use color at </a:t>
            </a:r>
            <a:r>
              <a:rPr lang="en-US" sz="1200" dirty="0">
                <a:latin typeface="Aptos" panose="020B0004020202020204" pitchFamily="34" charset="0"/>
                <a:hlinkClick r:id="rId10"/>
              </a:rPr>
              <a:t>Brand Space &gt; Guidelines &gt; Elements &gt; Color</a:t>
            </a:r>
            <a:r>
              <a:rPr lang="en-US" sz="1200" dirty="0">
                <a:latin typeface="Aptos" panose="020B0004020202020204" pitchFamily="34" charset="0"/>
              </a:rPr>
              <a:t>.</a:t>
            </a:r>
          </a:p>
          <a:p>
            <a:pPr>
              <a:spcBef>
                <a:spcPts val="600"/>
              </a:spcBef>
              <a:buSzPct val="100000"/>
            </a:pPr>
            <a:endParaRPr lang="en-US" sz="1200" dirty="0">
              <a:solidFill>
                <a:srgbClr val="313131"/>
              </a:solidFill>
              <a:latin typeface="Aptos" panose="020B0004020202020204" pitchFamily="34" charset="0"/>
            </a:endParaRPr>
          </a:p>
        </p:txBody>
      </p:sp>
    </p:spTree>
    <p:extLst>
      <p:ext uri="{BB962C8B-B14F-4D97-AF65-F5344CB8AC3E}">
        <p14:creationId xmlns:p14="http://schemas.microsoft.com/office/powerpoint/2010/main" val="116320023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53BDFDC-C552-46B9-8263-B13307177E5E}"/>
              </a:ext>
            </a:extLst>
          </p:cNvPr>
          <p:cNvSpPr>
            <a:spLocks noGrp="1"/>
          </p:cNvSpPr>
          <p:nvPr>
            <p:ph type="body" sz="quarter" idx="13"/>
          </p:nvPr>
        </p:nvSpPr>
        <p:spPr/>
        <p:txBody>
          <a:bodyPr/>
          <a:lstStyle/>
          <a:p>
            <a:r>
              <a:rPr lang="en-US" dirty="0"/>
              <a:t>Typography and iconography</a:t>
            </a:r>
          </a:p>
        </p:txBody>
      </p:sp>
      <p:sp>
        <p:nvSpPr>
          <p:cNvPr id="2" name="Title 1">
            <a:extLst>
              <a:ext uri="{FF2B5EF4-FFF2-40B4-BE49-F238E27FC236}">
                <a16:creationId xmlns:a16="http://schemas.microsoft.com/office/drawing/2014/main" id="{6AAEE7FE-FB70-4E7C-A882-C72F9DA7DA61}"/>
              </a:ext>
            </a:extLst>
          </p:cNvPr>
          <p:cNvSpPr>
            <a:spLocks noGrp="1"/>
          </p:cNvSpPr>
          <p:nvPr>
            <p:ph type="title"/>
          </p:nvPr>
        </p:nvSpPr>
        <p:spPr/>
        <p:txBody>
          <a:bodyPr/>
          <a:lstStyle/>
          <a:p>
            <a:r>
              <a:rPr lang="en-US" dirty="0"/>
              <a:t>Brand basics</a:t>
            </a:r>
          </a:p>
        </p:txBody>
      </p:sp>
      <p:sp>
        <p:nvSpPr>
          <p:cNvPr id="12" name="Content Placeholder 11">
            <a:extLst>
              <a:ext uri="{FF2B5EF4-FFF2-40B4-BE49-F238E27FC236}">
                <a16:creationId xmlns:a16="http://schemas.microsoft.com/office/drawing/2014/main" id="{CBA24248-F95C-DD66-B3B0-E42CD97B1E2B}"/>
              </a:ext>
            </a:extLst>
          </p:cNvPr>
          <p:cNvSpPr>
            <a:spLocks noGrp="1"/>
          </p:cNvSpPr>
          <p:nvPr>
            <p:ph sz="quarter" idx="10"/>
          </p:nvPr>
        </p:nvSpPr>
        <p:spPr/>
        <p:txBody>
          <a:bodyPr/>
          <a:lstStyle/>
          <a:p>
            <a:r>
              <a:rPr lang="en-US" b="1" dirty="0"/>
              <a:t>Typography</a:t>
            </a:r>
          </a:p>
          <a:p>
            <a:endParaRPr lang="en-US" dirty="0"/>
          </a:p>
          <a:p>
            <a:r>
              <a:rPr lang="en-US" dirty="0"/>
              <a:t>Text size and styles included in the templates are recommendations based on user testing. Text size and style can be adjusted, as desired, according to your content.</a:t>
            </a:r>
            <a:br>
              <a:rPr lang="en-US" dirty="0"/>
            </a:br>
            <a:r>
              <a:rPr lang="en-US" dirty="0"/>
              <a:t> </a:t>
            </a:r>
          </a:p>
          <a:p>
            <a:r>
              <a:rPr lang="en-US" dirty="0"/>
              <a:t>Please see </a:t>
            </a:r>
            <a:r>
              <a:rPr lang="en-US" dirty="0">
                <a:hlinkClick r:id="rId2"/>
              </a:rPr>
              <a:t>Brand Space &gt; Guidelines &gt; Elements &gt; Typography </a:t>
            </a:r>
            <a:r>
              <a:rPr lang="en-US" dirty="0"/>
              <a:t>for more detailed information.</a:t>
            </a:r>
          </a:p>
          <a:p>
            <a:endParaRPr lang="en-GB" dirty="0"/>
          </a:p>
          <a:p>
            <a:r>
              <a:rPr lang="en-GB" dirty="0"/>
              <a:t>For Microsoft Office applications, the required font is:</a:t>
            </a:r>
            <a:br>
              <a:rPr lang="en-GB" dirty="0"/>
            </a:br>
            <a:endParaRPr lang="en-GB" b="1" dirty="0"/>
          </a:p>
          <a:p>
            <a:r>
              <a:rPr lang="en-GB" sz="2400" dirty="0"/>
              <a:t>Aptos</a:t>
            </a:r>
          </a:p>
          <a:p>
            <a:r>
              <a:rPr lang="en-GB" sz="2400" i="1" dirty="0"/>
              <a:t>Aptos Italic</a:t>
            </a:r>
          </a:p>
          <a:p>
            <a:r>
              <a:rPr lang="en-GB" sz="2400" b="1" dirty="0"/>
              <a:t>Aptos Bold</a:t>
            </a:r>
          </a:p>
          <a:p>
            <a:r>
              <a:rPr lang="en-GB" sz="2400" b="1" i="1" dirty="0"/>
              <a:t>Aptos Bold Italic</a:t>
            </a:r>
          </a:p>
          <a:p>
            <a:endParaRPr lang="en-GB" sz="2400" b="1" dirty="0"/>
          </a:p>
        </p:txBody>
      </p:sp>
      <p:sp>
        <p:nvSpPr>
          <p:cNvPr id="3" name="Content Placeholder 2">
            <a:extLst>
              <a:ext uri="{FF2B5EF4-FFF2-40B4-BE49-F238E27FC236}">
                <a16:creationId xmlns:a16="http://schemas.microsoft.com/office/drawing/2014/main" id="{E60BBFE9-AF95-994C-5CE0-8BA81BF25977}"/>
              </a:ext>
            </a:extLst>
          </p:cNvPr>
          <p:cNvSpPr>
            <a:spLocks noGrp="1"/>
          </p:cNvSpPr>
          <p:nvPr>
            <p:ph sz="quarter" idx="20"/>
          </p:nvPr>
        </p:nvSpPr>
        <p:spPr/>
        <p:txBody>
          <a:bodyPr/>
          <a:lstStyle/>
          <a:p>
            <a:r>
              <a:rPr lang="en-US" b="1" dirty="0"/>
              <a:t>Iconography</a:t>
            </a:r>
          </a:p>
          <a:p>
            <a:endParaRPr lang="en-US" b="1" dirty="0"/>
          </a:p>
          <a:p>
            <a:r>
              <a:rPr lang="en-US" dirty="0"/>
              <a:t>Deloitte's line-based icon suite helps to create a consistent style with a distinctive and ownable character that is clear and simple.</a:t>
            </a:r>
          </a:p>
          <a:p>
            <a:endParaRPr lang="en-US" b="1" dirty="0"/>
          </a:p>
          <a:p>
            <a:r>
              <a:rPr lang="en-US" dirty="0"/>
              <a:t>Please </a:t>
            </a:r>
            <a:r>
              <a:rPr lang="en-US" dirty="0">
                <a:hlinkClick r:id="rId3"/>
              </a:rPr>
              <a:t>Brand Space &gt; Guidelines &gt; Elements &gt; Icons </a:t>
            </a:r>
            <a:r>
              <a:rPr lang="en-US" dirty="0"/>
              <a:t>to download the full suite of icons and learn more about their usage.</a:t>
            </a:r>
          </a:p>
          <a:p>
            <a:endParaRPr lang="en-US" b="1" dirty="0"/>
          </a:p>
        </p:txBody>
      </p:sp>
      <p:grpSp>
        <p:nvGrpSpPr>
          <p:cNvPr id="13" name="Group 12">
            <a:extLst>
              <a:ext uri="{FF2B5EF4-FFF2-40B4-BE49-F238E27FC236}">
                <a16:creationId xmlns:a16="http://schemas.microsoft.com/office/drawing/2014/main" id="{A8519580-E07C-2F37-AA08-A0F23584ABFD}"/>
              </a:ext>
            </a:extLst>
          </p:cNvPr>
          <p:cNvGrpSpPr/>
          <p:nvPr/>
        </p:nvGrpSpPr>
        <p:grpSpPr>
          <a:xfrm>
            <a:off x="6475793" y="3407593"/>
            <a:ext cx="3736214" cy="2949301"/>
            <a:chOff x="4052238" y="2868564"/>
            <a:chExt cx="3150334" cy="2486818"/>
          </a:xfrm>
        </p:grpSpPr>
        <p:pic>
          <p:nvPicPr>
            <p:cNvPr id="10" name="Picture 9" descr="A group of green circles with white icons&#10;&#10;Description automatically generated">
              <a:extLst>
                <a:ext uri="{FF2B5EF4-FFF2-40B4-BE49-F238E27FC236}">
                  <a16:creationId xmlns:a16="http://schemas.microsoft.com/office/drawing/2014/main" id="{C11D1904-7AB3-471B-6EB7-5A95CF75FA4D}"/>
                </a:ext>
              </a:extLst>
            </p:cNvPr>
            <p:cNvPicPr>
              <a:picLocks noChangeAspect="1"/>
            </p:cNvPicPr>
            <p:nvPr/>
          </p:nvPicPr>
          <p:blipFill rotWithShape="1">
            <a:blip r:embed="rId4">
              <a:extLst>
                <a:ext uri="{28A0092B-C50C-407E-A947-70E740481C1C}">
                  <a14:useLocalDpi xmlns:a14="http://schemas.microsoft.com/office/drawing/2010/main" val="0"/>
                </a:ext>
              </a:extLst>
            </a:blip>
            <a:srcRect l="50054"/>
            <a:stretch/>
          </p:blipFill>
          <p:spPr>
            <a:xfrm>
              <a:off x="4052238" y="4187223"/>
              <a:ext cx="3092584" cy="1168159"/>
            </a:xfrm>
            <a:prstGeom prst="rect">
              <a:avLst/>
            </a:prstGeom>
          </p:spPr>
        </p:pic>
        <p:pic>
          <p:nvPicPr>
            <p:cNvPr id="11" name="Picture 10" descr="A group of green circles with white icons&#10;&#10;Description automatically generated">
              <a:extLst>
                <a:ext uri="{FF2B5EF4-FFF2-40B4-BE49-F238E27FC236}">
                  <a16:creationId xmlns:a16="http://schemas.microsoft.com/office/drawing/2014/main" id="{A41C640C-7471-19E2-2BF9-245E0DECDAF2}"/>
                </a:ext>
              </a:extLst>
            </p:cNvPr>
            <p:cNvPicPr>
              <a:picLocks noChangeAspect="1"/>
            </p:cNvPicPr>
            <p:nvPr/>
          </p:nvPicPr>
          <p:blipFill rotWithShape="1">
            <a:blip r:embed="rId4">
              <a:extLst>
                <a:ext uri="{28A0092B-C50C-407E-A947-70E740481C1C}">
                  <a14:useLocalDpi xmlns:a14="http://schemas.microsoft.com/office/drawing/2010/main" val="0"/>
                </a:ext>
              </a:extLst>
            </a:blip>
            <a:srcRect r="50054"/>
            <a:stretch/>
          </p:blipFill>
          <p:spPr>
            <a:xfrm>
              <a:off x="4109988" y="2868564"/>
              <a:ext cx="3092584" cy="1168159"/>
            </a:xfrm>
            <a:prstGeom prst="rect">
              <a:avLst/>
            </a:prstGeom>
          </p:spPr>
        </p:pic>
      </p:grpSp>
    </p:spTree>
    <p:extLst>
      <p:ext uri="{BB962C8B-B14F-4D97-AF65-F5344CB8AC3E}">
        <p14:creationId xmlns:p14="http://schemas.microsoft.com/office/powerpoint/2010/main" val="41748601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3ABAE59B-0902-4EB8-A685-606D0C682E00}"/>
              </a:ext>
            </a:extLst>
          </p:cNvPr>
          <p:cNvGraphicFramePr>
            <a:graphicFrameLocks noGrp="1"/>
          </p:cNvGraphicFramePr>
          <p:nvPr>
            <p:extLst>
              <p:ext uri="{D42A27DB-BD31-4B8C-83A1-F6EECF244321}">
                <p14:modId xmlns:p14="http://schemas.microsoft.com/office/powerpoint/2010/main" val="3230113645"/>
              </p:ext>
            </p:extLst>
          </p:nvPr>
        </p:nvGraphicFramePr>
        <p:xfrm>
          <a:off x="457200" y="2215622"/>
          <a:ext cx="10417056" cy="3832757"/>
        </p:xfrm>
        <a:graphic>
          <a:graphicData uri="http://schemas.openxmlformats.org/drawingml/2006/table">
            <a:tbl>
              <a:tblPr firstRow="1" firstCol="1" bandRow="1"/>
              <a:tblGrid>
                <a:gridCol w="1736176">
                  <a:extLst>
                    <a:ext uri="{9D8B030D-6E8A-4147-A177-3AD203B41FA5}">
                      <a16:colId xmlns:a16="http://schemas.microsoft.com/office/drawing/2014/main" val="20000"/>
                    </a:ext>
                  </a:extLst>
                </a:gridCol>
                <a:gridCol w="1736176">
                  <a:extLst>
                    <a:ext uri="{9D8B030D-6E8A-4147-A177-3AD203B41FA5}">
                      <a16:colId xmlns:a16="http://schemas.microsoft.com/office/drawing/2014/main" val="20001"/>
                    </a:ext>
                  </a:extLst>
                </a:gridCol>
                <a:gridCol w="1736176">
                  <a:extLst>
                    <a:ext uri="{9D8B030D-6E8A-4147-A177-3AD203B41FA5}">
                      <a16:colId xmlns:a16="http://schemas.microsoft.com/office/drawing/2014/main" val="20002"/>
                    </a:ext>
                  </a:extLst>
                </a:gridCol>
                <a:gridCol w="1736176">
                  <a:extLst>
                    <a:ext uri="{9D8B030D-6E8A-4147-A177-3AD203B41FA5}">
                      <a16:colId xmlns:a16="http://schemas.microsoft.com/office/drawing/2014/main" val="533255097"/>
                    </a:ext>
                  </a:extLst>
                </a:gridCol>
                <a:gridCol w="1736176">
                  <a:extLst>
                    <a:ext uri="{9D8B030D-6E8A-4147-A177-3AD203B41FA5}">
                      <a16:colId xmlns:a16="http://schemas.microsoft.com/office/drawing/2014/main" val="3342033590"/>
                    </a:ext>
                  </a:extLst>
                </a:gridCol>
                <a:gridCol w="1736176">
                  <a:extLst>
                    <a:ext uri="{9D8B030D-6E8A-4147-A177-3AD203B41FA5}">
                      <a16:colId xmlns:a16="http://schemas.microsoft.com/office/drawing/2014/main" val="674601717"/>
                    </a:ext>
                  </a:extLst>
                </a:gridCol>
              </a:tblGrid>
              <a:tr h="860823">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a:noFill/>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7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7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6059">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Cut-out objects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Single image many parts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Single illustration many parts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Concentric</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Portal</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latin typeface="Aptos" panose="020B0004020202020204" pitchFamily="34" charset="0"/>
                          <a:ea typeface="Verdana" panose="020B0604030504040204" pitchFamily="34" charset="0"/>
                          <a:cs typeface="Calibri" panose="020F0502020204030204" pitchFamily="34" charset="0"/>
                        </a:rPr>
                        <a:t>Cut-out illustration</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62901">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160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latin typeface="Aptos" panose="020B0004020202020204" pitchFamily="34" charset="0"/>
                          <a:ea typeface="Verdana" panose="020B0604030504040204" pitchFamily="34" charset="0"/>
                          <a:cs typeface="Calibri" panose="020F0502020204030204" pitchFamily="34" charset="0"/>
                        </a:rPr>
                        <a:t>Interacting with the circle (people)</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Cut-out objects with typography</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New positioning of cut-out imagery</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Incomplete circle in motion</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Full bleed (people)</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latin typeface="Aptos" panose="020B0004020202020204" pitchFamily="34" charset="0"/>
                          <a:ea typeface="Verdana" panose="020B0604030504040204" pitchFamily="34" charset="0"/>
                          <a:cs typeface="Calibri" panose="020F0502020204030204" pitchFamily="34" charset="0"/>
                        </a:rPr>
                        <a:t>Full bleed </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60856">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16059">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Full bleed negative space</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Magnify</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People breaking out of the circle</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Hoop (people)</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pic>
        <p:nvPicPr>
          <p:cNvPr id="16" name="Picture 15">
            <a:extLst>
              <a:ext uri="{FF2B5EF4-FFF2-40B4-BE49-F238E27FC236}">
                <a16:creationId xmlns:a16="http://schemas.microsoft.com/office/drawing/2014/main" id="{0FFF7C54-330D-446C-905B-4FEB2C7AEFB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70190" y="2191074"/>
            <a:ext cx="1360530" cy="805047"/>
          </a:xfrm>
          <a:prstGeom prst="rect">
            <a:avLst/>
          </a:prstGeom>
          <a:ln w="6350">
            <a:solidFill>
              <a:schemeClr val="tx1"/>
            </a:solidFill>
          </a:ln>
        </p:spPr>
      </p:pic>
      <p:pic>
        <p:nvPicPr>
          <p:cNvPr id="17" name="Picture 16">
            <a:extLst>
              <a:ext uri="{FF2B5EF4-FFF2-40B4-BE49-F238E27FC236}">
                <a16:creationId xmlns:a16="http://schemas.microsoft.com/office/drawing/2014/main" id="{5AD8FA90-CECD-4363-90A7-6F60DA474C6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71085" y="2191074"/>
            <a:ext cx="1360529" cy="805047"/>
          </a:xfrm>
          <a:prstGeom prst="rect">
            <a:avLst/>
          </a:prstGeom>
          <a:ln w="6350">
            <a:solidFill>
              <a:schemeClr val="tx1"/>
            </a:solidFill>
          </a:ln>
        </p:spPr>
      </p:pic>
      <p:pic>
        <p:nvPicPr>
          <p:cNvPr id="18" name="Picture 17">
            <a:extLst>
              <a:ext uri="{FF2B5EF4-FFF2-40B4-BE49-F238E27FC236}">
                <a16:creationId xmlns:a16="http://schemas.microsoft.com/office/drawing/2014/main" id="{EFCC7EDA-EFCB-4614-B996-8C4AEE05CE1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914511" y="2191074"/>
            <a:ext cx="1360529" cy="805047"/>
          </a:xfrm>
          <a:prstGeom prst="rect">
            <a:avLst/>
          </a:prstGeom>
          <a:ln w="6350">
            <a:solidFill>
              <a:schemeClr val="tx1"/>
            </a:solidFill>
          </a:ln>
        </p:spPr>
      </p:pic>
      <p:pic>
        <p:nvPicPr>
          <p:cNvPr id="21" name="Picture 20">
            <a:extLst>
              <a:ext uri="{FF2B5EF4-FFF2-40B4-BE49-F238E27FC236}">
                <a16:creationId xmlns:a16="http://schemas.microsoft.com/office/drawing/2014/main" id="{D58DD16C-48F5-4179-860D-B4DDDF6DBBE8}"/>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657937" y="2191074"/>
            <a:ext cx="1360529" cy="805046"/>
          </a:xfrm>
          <a:prstGeom prst="rect">
            <a:avLst/>
          </a:prstGeom>
          <a:ln w="6350">
            <a:solidFill>
              <a:schemeClr val="tx1"/>
            </a:solidFill>
          </a:ln>
        </p:spPr>
      </p:pic>
      <p:pic>
        <p:nvPicPr>
          <p:cNvPr id="25" name="Picture 24">
            <a:extLst>
              <a:ext uri="{FF2B5EF4-FFF2-40B4-BE49-F238E27FC236}">
                <a16:creationId xmlns:a16="http://schemas.microsoft.com/office/drawing/2014/main" id="{282E2069-702F-46F9-8B54-1387C0071B41}"/>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401363" y="2191074"/>
            <a:ext cx="1360529" cy="805046"/>
          </a:xfrm>
          <a:prstGeom prst="rect">
            <a:avLst/>
          </a:prstGeom>
          <a:ln w="6350">
            <a:solidFill>
              <a:schemeClr val="tx1"/>
            </a:solidFill>
          </a:ln>
        </p:spPr>
      </p:pic>
      <p:pic>
        <p:nvPicPr>
          <p:cNvPr id="26" name="Picture 25">
            <a:extLst>
              <a:ext uri="{FF2B5EF4-FFF2-40B4-BE49-F238E27FC236}">
                <a16:creationId xmlns:a16="http://schemas.microsoft.com/office/drawing/2014/main" id="{68153E03-5FA1-4EE4-89E0-C530E5AA0168}"/>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144787" y="2191074"/>
            <a:ext cx="1360528" cy="805046"/>
          </a:xfrm>
          <a:prstGeom prst="rect">
            <a:avLst/>
          </a:prstGeom>
          <a:ln w="6350">
            <a:solidFill>
              <a:schemeClr val="tx1"/>
            </a:solidFill>
          </a:ln>
        </p:spPr>
      </p:pic>
      <p:pic>
        <p:nvPicPr>
          <p:cNvPr id="27" name="Picture 26">
            <a:extLst>
              <a:ext uri="{FF2B5EF4-FFF2-40B4-BE49-F238E27FC236}">
                <a16:creationId xmlns:a16="http://schemas.microsoft.com/office/drawing/2014/main" id="{69968E24-8EF5-424C-96C6-B83F1373F402}"/>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70190" y="3500833"/>
            <a:ext cx="1360529" cy="805047"/>
          </a:xfrm>
          <a:prstGeom prst="rect">
            <a:avLst/>
          </a:prstGeom>
          <a:ln w="6350">
            <a:solidFill>
              <a:schemeClr val="tx1"/>
            </a:solidFill>
          </a:ln>
        </p:spPr>
      </p:pic>
      <p:pic>
        <p:nvPicPr>
          <p:cNvPr id="28" name="Picture 27">
            <a:extLst>
              <a:ext uri="{FF2B5EF4-FFF2-40B4-BE49-F238E27FC236}">
                <a16:creationId xmlns:a16="http://schemas.microsoft.com/office/drawing/2014/main" id="{EE444AE7-5814-4F56-9B07-89048E299084}"/>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2171085" y="3500830"/>
            <a:ext cx="1360529" cy="805046"/>
          </a:xfrm>
          <a:prstGeom prst="rect">
            <a:avLst/>
          </a:prstGeom>
          <a:ln w="6350">
            <a:solidFill>
              <a:schemeClr val="tx1"/>
            </a:solidFill>
          </a:ln>
        </p:spPr>
      </p:pic>
      <p:pic>
        <p:nvPicPr>
          <p:cNvPr id="29" name="Picture 28">
            <a:extLst>
              <a:ext uri="{FF2B5EF4-FFF2-40B4-BE49-F238E27FC236}">
                <a16:creationId xmlns:a16="http://schemas.microsoft.com/office/drawing/2014/main" id="{9075E39F-D5F0-4914-BD37-B140E95C7222}"/>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3914511" y="3501761"/>
            <a:ext cx="1360529" cy="805046"/>
          </a:xfrm>
          <a:prstGeom prst="rect">
            <a:avLst/>
          </a:prstGeom>
          <a:ln w="6350">
            <a:solidFill>
              <a:schemeClr val="tx1"/>
            </a:solidFill>
          </a:ln>
        </p:spPr>
      </p:pic>
      <p:pic>
        <p:nvPicPr>
          <p:cNvPr id="30" name="Picture 29">
            <a:extLst>
              <a:ext uri="{FF2B5EF4-FFF2-40B4-BE49-F238E27FC236}">
                <a16:creationId xmlns:a16="http://schemas.microsoft.com/office/drawing/2014/main" id="{314EC5C0-CB11-4F14-B1D2-5DB20155548E}"/>
              </a:ext>
              <a:ext uri="{C183D7F6-B498-43B3-948B-1728B52AA6E4}">
                <adec:decorative xmlns:adec="http://schemas.microsoft.com/office/drawing/2017/decorative" val="1"/>
              </a:ext>
            </a:extLst>
          </p:cNvPr>
          <p:cNvPicPr>
            <a:picLocks noChangeAspect="1"/>
          </p:cNvPicPr>
          <p:nvPr/>
        </p:nvPicPr>
        <p:blipFill>
          <a:blip r:embed="rId12"/>
          <a:stretch>
            <a:fillRect/>
          </a:stretch>
        </p:blipFill>
        <p:spPr>
          <a:xfrm>
            <a:off x="5657937" y="3501761"/>
            <a:ext cx="1360528" cy="805046"/>
          </a:xfrm>
          <a:prstGeom prst="rect">
            <a:avLst/>
          </a:prstGeom>
          <a:ln w="6350">
            <a:solidFill>
              <a:schemeClr val="tx1"/>
            </a:solidFill>
          </a:ln>
        </p:spPr>
      </p:pic>
      <p:pic>
        <p:nvPicPr>
          <p:cNvPr id="31" name="Picture 30">
            <a:extLst>
              <a:ext uri="{FF2B5EF4-FFF2-40B4-BE49-F238E27FC236}">
                <a16:creationId xmlns:a16="http://schemas.microsoft.com/office/drawing/2014/main" id="{5FA42F0C-A85F-4E2F-932F-A5D4BE5CDC07}"/>
              </a:ext>
              <a:ext uri="{C183D7F6-B498-43B3-948B-1728B52AA6E4}">
                <adec:decorative xmlns:adec="http://schemas.microsoft.com/office/drawing/2017/decorative" val="1"/>
              </a:ext>
            </a:extLst>
          </p:cNvPr>
          <p:cNvPicPr>
            <a:picLocks noChangeAspect="1"/>
          </p:cNvPicPr>
          <p:nvPr/>
        </p:nvPicPr>
        <p:blipFill>
          <a:blip r:embed="rId13"/>
          <a:stretch>
            <a:fillRect/>
          </a:stretch>
        </p:blipFill>
        <p:spPr>
          <a:xfrm>
            <a:off x="7401363" y="3500830"/>
            <a:ext cx="1360528" cy="805046"/>
          </a:xfrm>
          <a:prstGeom prst="rect">
            <a:avLst/>
          </a:prstGeom>
          <a:ln w="6350">
            <a:solidFill>
              <a:schemeClr val="tx1"/>
            </a:solidFill>
          </a:ln>
        </p:spPr>
      </p:pic>
      <p:pic>
        <p:nvPicPr>
          <p:cNvPr id="32" name="Picture 31">
            <a:extLst>
              <a:ext uri="{FF2B5EF4-FFF2-40B4-BE49-F238E27FC236}">
                <a16:creationId xmlns:a16="http://schemas.microsoft.com/office/drawing/2014/main" id="{A9D758CB-3436-43DE-8496-CC099B9267DD}"/>
              </a:ext>
              <a:ext uri="{C183D7F6-B498-43B3-948B-1728B52AA6E4}">
                <adec:decorative xmlns:adec="http://schemas.microsoft.com/office/drawing/2017/decorative" val="1"/>
              </a:ext>
            </a:extLst>
          </p:cNvPr>
          <p:cNvPicPr>
            <a:picLocks noChangeAspect="1"/>
          </p:cNvPicPr>
          <p:nvPr/>
        </p:nvPicPr>
        <p:blipFill>
          <a:blip r:embed="rId14"/>
          <a:stretch>
            <a:fillRect/>
          </a:stretch>
        </p:blipFill>
        <p:spPr>
          <a:xfrm>
            <a:off x="9144787" y="3500830"/>
            <a:ext cx="1360528" cy="805046"/>
          </a:xfrm>
          <a:prstGeom prst="rect">
            <a:avLst/>
          </a:prstGeom>
          <a:ln w="6350">
            <a:solidFill>
              <a:schemeClr val="tx1"/>
            </a:solidFill>
          </a:ln>
        </p:spPr>
      </p:pic>
      <p:pic>
        <p:nvPicPr>
          <p:cNvPr id="33" name="Picture 32">
            <a:extLst>
              <a:ext uri="{FF2B5EF4-FFF2-40B4-BE49-F238E27FC236}">
                <a16:creationId xmlns:a16="http://schemas.microsoft.com/office/drawing/2014/main" id="{494CDD99-108E-4EEF-8AD6-6C0114C3CBA1}"/>
              </a:ext>
              <a:ext uri="{C183D7F6-B498-43B3-948B-1728B52AA6E4}">
                <adec:decorative xmlns:adec="http://schemas.microsoft.com/office/drawing/2017/decorative" val="1"/>
              </a:ext>
            </a:extLst>
          </p:cNvPr>
          <p:cNvPicPr>
            <a:picLocks noChangeAspect="1"/>
          </p:cNvPicPr>
          <p:nvPr/>
        </p:nvPicPr>
        <p:blipFill>
          <a:blip r:embed="rId15"/>
          <a:stretch>
            <a:fillRect/>
          </a:stretch>
        </p:blipFill>
        <p:spPr>
          <a:xfrm>
            <a:off x="470190" y="4792801"/>
            <a:ext cx="1360529" cy="805046"/>
          </a:xfrm>
          <a:prstGeom prst="rect">
            <a:avLst/>
          </a:prstGeom>
          <a:ln w="6350">
            <a:solidFill>
              <a:schemeClr val="tx1"/>
            </a:solidFill>
          </a:ln>
        </p:spPr>
      </p:pic>
      <p:pic>
        <p:nvPicPr>
          <p:cNvPr id="34" name="Picture 33">
            <a:extLst>
              <a:ext uri="{FF2B5EF4-FFF2-40B4-BE49-F238E27FC236}">
                <a16:creationId xmlns:a16="http://schemas.microsoft.com/office/drawing/2014/main" id="{275D1730-EFE1-4524-BD80-A7AFFCCF0001}"/>
              </a:ext>
              <a:ext uri="{C183D7F6-B498-43B3-948B-1728B52AA6E4}">
                <adec:decorative xmlns:adec="http://schemas.microsoft.com/office/drawing/2017/decorative" val="1"/>
              </a:ext>
            </a:extLst>
          </p:cNvPr>
          <p:cNvPicPr>
            <a:picLocks noChangeAspect="1"/>
          </p:cNvPicPr>
          <p:nvPr/>
        </p:nvPicPr>
        <p:blipFill>
          <a:blip r:embed="rId16"/>
          <a:stretch>
            <a:fillRect/>
          </a:stretch>
        </p:blipFill>
        <p:spPr>
          <a:xfrm>
            <a:off x="2171085" y="4792801"/>
            <a:ext cx="1360528" cy="805046"/>
          </a:xfrm>
          <a:prstGeom prst="rect">
            <a:avLst/>
          </a:prstGeom>
          <a:ln w="6350">
            <a:solidFill>
              <a:schemeClr val="tx1"/>
            </a:solidFill>
          </a:ln>
        </p:spPr>
      </p:pic>
      <p:pic>
        <p:nvPicPr>
          <p:cNvPr id="35" name="Picture 34">
            <a:extLst>
              <a:ext uri="{FF2B5EF4-FFF2-40B4-BE49-F238E27FC236}">
                <a16:creationId xmlns:a16="http://schemas.microsoft.com/office/drawing/2014/main" id="{FBB5A106-58CE-4CBD-A1EB-012CD55DD9EC}"/>
              </a:ext>
              <a:ext uri="{C183D7F6-B498-43B3-948B-1728B52AA6E4}">
                <adec:decorative xmlns:adec="http://schemas.microsoft.com/office/drawing/2017/decorative" val="1"/>
              </a:ext>
            </a:extLst>
          </p:cNvPr>
          <p:cNvPicPr>
            <a:picLocks noChangeAspect="1"/>
          </p:cNvPicPr>
          <p:nvPr/>
        </p:nvPicPr>
        <p:blipFill>
          <a:blip r:embed="rId17"/>
          <a:stretch>
            <a:fillRect/>
          </a:stretch>
        </p:blipFill>
        <p:spPr>
          <a:xfrm>
            <a:off x="3914511" y="4793731"/>
            <a:ext cx="1360528" cy="805046"/>
          </a:xfrm>
          <a:prstGeom prst="rect">
            <a:avLst/>
          </a:prstGeom>
          <a:ln w="6350">
            <a:solidFill>
              <a:schemeClr val="tx1"/>
            </a:solidFill>
          </a:ln>
        </p:spPr>
      </p:pic>
      <p:pic>
        <p:nvPicPr>
          <p:cNvPr id="36" name="Picture 35">
            <a:extLst>
              <a:ext uri="{FF2B5EF4-FFF2-40B4-BE49-F238E27FC236}">
                <a16:creationId xmlns:a16="http://schemas.microsoft.com/office/drawing/2014/main" id="{17E13748-A2BA-42F8-B56F-030357B43B10}"/>
              </a:ext>
              <a:ext uri="{C183D7F6-B498-43B3-948B-1728B52AA6E4}">
                <adec:decorative xmlns:adec="http://schemas.microsoft.com/office/drawing/2017/decorative" val="1"/>
              </a:ext>
            </a:extLst>
          </p:cNvPr>
          <p:cNvPicPr>
            <a:picLocks noChangeAspect="1"/>
          </p:cNvPicPr>
          <p:nvPr/>
        </p:nvPicPr>
        <p:blipFill>
          <a:blip r:embed="rId18"/>
          <a:stretch>
            <a:fillRect/>
          </a:stretch>
        </p:blipFill>
        <p:spPr>
          <a:xfrm>
            <a:off x="5657937" y="4793731"/>
            <a:ext cx="1360528" cy="805046"/>
          </a:xfrm>
          <a:prstGeom prst="rect">
            <a:avLst/>
          </a:prstGeom>
          <a:ln w="6350">
            <a:solidFill>
              <a:schemeClr val="tx1"/>
            </a:solidFill>
          </a:ln>
        </p:spPr>
      </p:pic>
      <p:sp>
        <p:nvSpPr>
          <p:cNvPr id="3" name="Text Placeholder 2">
            <a:extLst>
              <a:ext uri="{FF2B5EF4-FFF2-40B4-BE49-F238E27FC236}">
                <a16:creationId xmlns:a16="http://schemas.microsoft.com/office/drawing/2014/main" id="{E32FA2EC-6CA0-416E-9EB2-D1F8FF643FEC}"/>
              </a:ext>
            </a:extLst>
          </p:cNvPr>
          <p:cNvSpPr>
            <a:spLocks noGrp="1"/>
          </p:cNvSpPr>
          <p:nvPr>
            <p:ph type="body" sz="quarter" idx="13"/>
          </p:nvPr>
        </p:nvSpPr>
        <p:spPr/>
        <p:txBody>
          <a:bodyPr/>
          <a:lstStyle/>
          <a:p>
            <a:r>
              <a:rPr lang="en-US" dirty="0"/>
              <a:t>Imagery style overview: primary techniques</a:t>
            </a:r>
          </a:p>
        </p:txBody>
      </p:sp>
      <p:sp>
        <p:nvSpPr>
          <p:cNvPr id="2" name="Title 1">
            <a:extLst>
              <a:ext uri="{FF2B5EF4-FFF2-40B4-BE49-F238E27FC236}">
                <a16:creationId xmlns:a16="http://schemas.microsoft.com/office/drawing/2014/main" id="{A7A2015C-DDBB-4F10-B065-B31F6E7590D2}"/>
              </a:ext>
            </a:extLst>
          </p:cNvPr>
          <p:cNvSpPr>
            <a:spLocks noGrp="1"/>
          </p:cNvSpPr>
          <p:nvPr>
            <p:ph type="title"/>
          </p:nvPr>
        </p:nvSpPr>
        <p:spPr/>
        <p:txBody>
          <a:bodyPr/>
          <a:lstStyle/>
          <a:p>
            <a:r>
              <a:rPr lang="en-US" dirty="0"/>
              <a:t>Brand basics</a:t>
            </a:r>
          </a:p>
        </p:txBody>
      </p:sp>
      <p:sp>
        <p:nvSpPr>
          <p:cNvPr id="37" name="Content Placeholder 11">
            <a:extLst>
              <a:ext uri="{FF2B5EF4-FFF2-40B4-BE49-F238E27FC236}">
                <a16:creationId xmlns:a16="http://schemas.microsoft.com/office/drawing/2014/main" id="{7D0DDF8F-4D41-4048-AE37-C927F7A9FC3B}"/>
              </a:ext>
            </a:extLst>
          </p:cNvPr>
          <p:cNvSpPr>
            <a:spLocks noGrp="1"/>
          </p:cNvSpPr>
          <p:nvPr>
            <p:ph idx="1"/>
          </p:nvPr>
        </p:nvSpPr>
        <p:spPr/>
        <p:txBody>
          <a:bodyPr/>
          <a:lstStyle/>
          <a:p>
            <a:pPr>
              <a:spcBef>
                <a:spcPts val="0"/>
              </a:spcBef>
              <a:spcAft>
                <a:spcPts val="0"/>
              </a:spcAft>
            </a:pPr>
            <a:r>
              <a:rPr lang="en-US" dirty="0"/>
              <a:t>To learn more about acceptable image styles, visit </a:t>
            </a:r>
            <a:r>
              <a:rPr lang="en-US" dirty="0">
                <a:hlinkClick r:id="rId19"/>
              </a:rPr>
              <a:t>Brand Space &gt; Creative Resources &gt; Image Library</a:t>
            </a:r>
            <a:r>
              <a:rPr lang="en-US" dirty="0"/>
              <a:t>. To learn more about where to purchase images outside of Brand Space, contact your local brand team or visit </a:t>
            </a:r>
            <a:r>
              <a:rPr lang="en-US" dirty="0">
                <a:hlinkClick r:id="rId20"/>
              </a:rPr>
              <a:t>Brand Space &gt; Creative Resources &gt; Support &gt; Global vendor imagery agreements</a:t>
            </a:r>
            <a:r>
              <a:rPr lang="en-US" dirty="0"/>
              <a:t>.</a:t>
            </a:r>
            <a:endParaRPr lang="en-US" noProof="0" dirty="0"/>
          </a:p>
        </p:txBody>
      </p:sp>
    </p:spTree>
    <p:extLst>
      <p:ext uri="{BB962C8B-B14F-4D97-AF65-F5344CB8AC3E}">
        <p14:creationId xmlns:p14="http://schemas.microsoft.com/office/powerpoint/2010/main" val="38171088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able 23">
            <a:extLst>
              <a:ext uri="{FF2B5EF4-FFF2-40B4-BE49-F238E27FC236}">
                <a16:creationId xmlns:a16="http://schemas.microsoft.com/office/drawing/2014/main" id="{8B47AFAD-31BE-4F90-9088-12658F4D0B53}"/>
              </a:ext>
            </a:extLst>
          </p:cNvPr>
          <p:cNvGraphicFramePr>
            <a:graphicFrameLocks noGrp="1"/>
          </p:cNvGraphicFramePr>
          <p:nvPr>
            <p:extLst>
              <p:ext uri="{D42A27DB-BD31-4B8C-83A1-F6EECF244321}">
                <p14:modId xmlns:p14="http://schemas.microsoft.com/office/powerpoint/2010/main" val="3531777455"/>
              </p:ext>
            </p:extLst>
          </p:nvPr>
        </p:nvGraphicFramePr>
        <p:xfrm>
          <a:off x="452054" y="2208000"/>
          <a:ext cx="10476444" cy="3558148"/>
        </p:xfrm>
        <a:graphic>
          <a:graphicData uri="http://schemas.openxmlformats.org/drawingml/2006/table">
            <a:tbl>
              <a:tblPr firstRow="1" firstCol="1" bandRow="1"/>
              <a:tblGrid>
                <a:gridCol w="1746074">
                  <a:extLst>
                    <a:ext uri="{9D8B030D-6E8A-4147-A177-3AD203B41FA5}">
                      <a16:colId xmlns:a16="http://schemas.microsoft.com/office/drawing/2014/main" val="20000"/>
                    </a:ext>
                  </a:extLst>
                </a:gridCol>
                <a:gridCol w="1746074">
                  <a:extLst>
                    <a:ext uri="{9D8B030D-6E8A-4147-A177-3AD203B41FA5}">
                      <a16:colId xmlns:a16="http://schemas.microsoft.com/office/drawing/2014/main" val="20001"/>
                    </a:ext>
                  </a:extLst>
                </a:gridCol>
                <a:gridCol w="1746074">
                  <a:extLst>
                    <a:ext uri="{9D8B030D-6E8A-4147-A177-3AD203B41FA5}">
                      <a16:colId xmlns:a16="http://schemas.microsoft.com/office/drawing/2014/main" val="20002"/>
                    </a:ext>
                  </a:extLst>
                </a:gridCol>
                <a:gridCol w="1746074">
                  <a:extLst>
                    <a:ext uri="{9D8B030D-6E8A-4147-A177-3AD203B41FA5}">
                      <a16:colId xmlns:a16="http://schemas.microsoft.com/office/drawing/2014/main" val="533255097"/>
                    </a:ext>
                  </a:extLst>
                </a:gridCol>
                <a:gridCol w="1746074">
                  <a:extLst>
                    <a:ext uri="{9D8B030D-6E8A-4147-A177-3AD203B41FA5}">
                      <a16:colId xmlns:a16="http://schemas.microsoft.com/office/drawing/2014/main" val="3342033590"/>
                    </a:ext>
                  </a:extLst>
                </a:gridCol>
                <a:gridCol w="1746074">
                  <a:extLst>
                    <a:ext uri="{9D8B030D-6E8A-4147-A177-3AD203B41FA5}">
                      <a16:colId xmlns:a16="http://schemas.microsoft.com/office/drawing/2014/main" val="674601717"/>
                    </a:ext>
                  </a:extLst>
                </a:gridCol>
              </a:tblGrid>
              <a:tr h="809213">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a:noFill/>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7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70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70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a:noFill/>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20624">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Full bleed people photography</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People on black/white backgrounds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Light and dark backgrounds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Black and white mood imagery</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Green accent within </a:t>
                      </a:r>
                      <a:br>
                        <a:rPr lang="en-US" sz="1000" b="0" dirty="0">
                          <a:effectLst/>
                          <a:latin typeface="Aptos" panose="020B0004020202020204" pitchFamily="34" charset="0"/>
                          <a:ea typeface="Verdana" panose="020B0604030504040204" pitchFamily="34" charset="0"/>
                          <a:cs typeface="Calibri" panose="020F0502020204030204" pitchFamily="34" charset="0"/>
                        </a:rPr>
                      </a:br>
                      <a:r>
                        <a:rPr lang="en-US" sz="1000" b="0" dirty="0">
                          <a:effectLst/>
                          <a:latin typeface="Aptos" panose="020B0004020202020204" pitchFamily="34" charset="0"/>
                          <a:ea typeface="Verdana" panose="020B0604030504040204" pitchFamily="34" charset="0"/>
                          <a:cs typeface="Calibri" panose="020F0502020204030204" pitchFamily="34" charset="0"/>
                        </a:rPr>
                        <a:t>an image</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latin typeface="Aptos" panose="020B0004020202020204" pitchFamily="34" charset="0"/>
                          <a:ea typeface="Verdana" panose="020B0604030504040204" pitchFamily="34" charset="0"/>
                          <a:cs typeface="Calibri" panose="020F0502020204030204" pitchFamily="34" charset="0"/>
                        </a:rPr>
                        <a:t>Green backgrounds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11166">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206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dirty="0">
                          <a:effectLst/>
                          <a:latin typeface="Aptos" panose="020B0004020202020204" pitchFamily="34" charset="0"/>
                          <a:ea typeface="Verdana" panose="020B0604030504040204" pitchFamily="34" charset="0"/>
                          <a:cs typeface="Calibri" panose="020F0502020204030204" pitchFamily="34" charset="0"/>
                        </a:rPr>
                        <a:t>Green/black textures</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Focus on technology/</a:t>
                      </a:r>
                      <a:br>
                        <a:rPr lang="en-US" sz="1000" b="0" dirty="0">
                          <a:effectLst/>
                          <a:latin typeface="Aptos" panose="020B0004020202020204" pitchFamily="34" charset="0"/>
                          <a:ea typeface="Verdana" panose="020B0604030504040204" pitchFamily="34" charset="0"/>
                          <a:cs typeface="Calibri" panose="020F0502020204030204" pitchFamily="34" charset="0"/>
                        </a:rPr>
                      </a:br>
                      <a:r>
                        <a:rPr lang="en-US" sz="1000" b="0" dirty="0">
                          <a:effectLst/>
                          <a:latin typeface="Aptos" panose="020B0004020202020204" pitchFamily="34" charset="0"/>
                          <a:ea typeface="Verdana" panose="020B0604030504040204" pitchFamily="34" charset="0"/>
                          <a:cs typeface="Calibri" panose="020F0502020204030204" pitchFamily="34" charset="0"/>
                        </a:rPr>
                        <a:t>product</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r>
                        <a:rPr lang="en-US" sz="1000" b="0" dirty="0">
                          <a:effectLst/>
                          <a:latin typeface="Aptos" panose="020B0004020202020204" pitchFamily="34" charset="0"/>
                          <a:ea typeface="Verdana" panose="020B0604030504040204" pitchFamily="34" charset="0"/>
                          <a:cs typeface="Calibri" panose="020F0502020204030204" pitchFamily="34" charset="0"/>
                        </a:rPr>
                        <a:t>Industry sector imagery</a:t>
                      </a: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0"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09244">
                <a:tc>
                  <a:txBody>
                    <a:bodyPr/>
                    <a:lstStyle/>
                    <a:p>
                      <a:pPr>
                        <a:lnSpc>
                          <a:spcPct val="100000"/>
                        </a:lnSpc>
                        <a:spcBef>
                          <a:spcPts val="0"/>
                        </a:spcBef>
                        <a:spcAft>
                          <a:spcPts val="0"/>
                        </a:spcAft>
                      </a:pPr>
                      <a:r>
                        <a:rPr lang="en-US" sz="1000" b="1"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r>
                        <a:rPr lang="en-US" sz="1000" b="1" dirty="0">
                          <a:effectLst/>
                          <a:latin typeface="Aptos" panose="020B0004020202020204" pitchFamily="34" charset="0"/>
                          <a:ea typeface="Verdana" panose="020B0604030504040204" pitchFamily="34" charset="0"/>
                          <a:cs typeface="Calibri Light" panose="020F0302020204030204" pitchFamily="34" charset="0"/>
                        </a:rPr>
                        <a:t> </a:t>
                      </a: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7277">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a:noFill/>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spcBef>
                          <a:spcPts val="0"/>
                        </a:spcBef>
                        <a:spcAft>
                          <a:spcPts val="0"/>
                        </a:spcAft>
                      </a:pPr>
                      <a:endParaRPr lang="en-US" sz="1000" b="1" dirty="0">
                        <a:effectLst/>
                        <a:latin typeface="Aptos" panose="020B0004020202020204" pitchFamily="34" charset="0"/>
                        <a:ea typeface="Verdana" panose="020B0604030504040204" pitchFamily="34" charset="0"/>
                        <a:cs typeface="Calibri Light" panose="020F0302020204030204" pitchFamily="34" charset="0"/>
                      </a:endParaRPr>
                    </a:p>
                  </a:txBody>
                  <a:tcPr marL="0" marR="0" marT="43157" marB="43157">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pic>
        <p:nvPicPr>
          <p:cNvPr id="40" name="Picture 39">
            <a:extLst>
              <a:ext uri="{FF2B5EF4-FFF2-40B4-BE49-F238E27FC236}">
                <a16:creationId xmlns:a16="http://schemas.microsoft.com/office/drawing/2014/main" id="{76333270-E244-4258-A105-0AD123F35A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62687" y="2215134"/>
            <a:ext cx="1360530" cy="801597"/>
          </a:xfrm>
          <a:prstGeom prst="rect">
            <a:avLst/>
          </a:prstGeom>
          <a:ln w="6350">
            <a:solidFill>
              <a:schemeClr val="tx1"/>
            </a:solidFill>
          </a:ln>
        </p:spPr>
      </p:pic>
      <p:pic>
        <p:nvPicPr>
          <p:cNvPr id="41" name="Picture 40">
            <a:extLst>
              <a:ext uri="{FF2B5EF4-FFF2-40B4-BE49-F238E27FC236}">
                <a16:creationId xmlns:a16="http://schemas.microsoft.com/office/drawing/2014/main" id="{793BC09D-696B-42DF-99D6-20CF61253A0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2161688" y="2215134"/>
            <a:ext cx="1360529" cy="801596"/>
          </a:xfrm>
          <a:prstGeom prst="rect">
            <a:avLst/>
          </a:prstGeom>
          <a:ln w="6350">
            <a:solidFill>
              <a:schemeClr val="tx1"/>
            </a:solidFill>
          </a:ln>
        </p:spPr>
      </p:pic>
      <p:pic>
        <p:nvPicPr>
          <p:cNvPr id="42" name="Picture 41">
            <a:extLst>
              <a:ext uri="{FF2B5EF4-FFF2-40B4-BE49-F238E27FC236}">
                <a16:creationId xmlns:a16="http://schemas.microsoft.com/office/drawing/2014/main" id="{3578DBBE-700A-4E4A-8EA6-196627153521}"/>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3903220" y="2215134"/>
            <a:ext cx="1360529" cy="801596"/>
          </a:xfrm>
          <a:prstGeom prst="rect">
            <a:avLst/>
          </a:prstGeom>
          <a:ln w="6350">
            <a:solidFill>
              <a:schemeClr val="tx1"/>
            </a:solidFill>
          </a:ln>
        </p:spPr>
      </p:pic>
      <p:pic>
        <p:nvPicPr>
          <p:cNvPr id="43" name="Picture 42">
            <a:extLst>
              <a:ext uri="{FF2B5EF4-FFF2-40B4-BE49-F238E27FC236}">
                <a16:creationId xmlns:a16="http://schemas.microsoft.com/office/drawing/2014/main" id="{3FE9EDC0-0669-43EF-8569-B636430351D2}"/>
              </a:ex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644752" y="2215134"/>
            <a:ext cx="1360529" cy="801596"/>
          </a:xfrm>
          <a:prstGeom prst="rect">
            <a:avLst/>
          </a:prstGeom>
          <a:ln w="6350">
            <a:solidFill>
              <a:schemeClr val="tx1"/>
            </a:solidFill>
          </a:ln>
        </p:spPr>
      </p:pic>
      <p:pic>
        <p:nvPicPr>
          <p:cNvPr id="44" name="Picture 43">
            <a:extLst>
              <a:ext uri="{FF2B5EF4-FFF2-40B4-BE49-F238E27FC236}">
                <a16:creationId xmlns:a16="http://schemas.microsoft.com/office/drawing/2014/main" id="{E64405C4-89CE-4C64-BA31-7CB282869D78}"/>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386284" y="2215134"/>
            <a:ext cx="1360529" cy="801596"/>
          </a:xfrm>
          <a:prstGeom prst="rect">
            <a:avLst/>
          </a:prstGeom>
          <a:ln w="6350">
            <a:solidFill>
              <a:schemeClr val="tx1"/>
            </a:solidFill>
          </a:ln>
        </p:spPr>
      </p:pic>
      <p:pic>
        <p:nvPicPr>
          <p:cNvPr id="45" name="Picture 44">
            <a:extLst>
              <a:ext uri="{FF2B5EF4-FFF2-40B4-BE49-F238E27FC236}">
                <a16:creationId xmlns:a16="http://schemas.microsoft.com/office/drawing/2014/main" id="{C7584C71-6792-42FA-A91B-EE7EC87EC361}"/>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127818" y="2215134"/>
            <a:ext cx="1360528" cy="801596"/>
          </a:xfrm>
          <a:prstGeom prst="rect">
            <a:avLst/>
          </a:prstGeom>
          <a:ln w="6350">
            <a:solidFill>
              <a:schemeClr val="tx1"/>
            </a:solidFill>
          </a:ln>
        </p:spPr>
      </p:pic>
      <p:pic>
        <p:nvPicPr>
          <p:cNvPr id="46" name="Picture 45">
            <a:extLst>
              <a:ext uri="{FF2B5EF4-FFF2-40B4-BE49-F238E27FC236}">
                <a16:creationId xmlns:a16="http://schemas.microsoft.com/office/drawing/2014/main" id="{5A8E453B-96E4-4E90-A791-6822FF3BA039}"/>
              </a:ex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462688" y="3440472"/>
            <a:ext cx="1360529" cy="801596"/>
          </a:xfrm>
          <a:prstGeom prst="rect">
            <a:avLst/>
          </a:prstGeom>
          <a:ln w="6350">
            <a:solidFill>
              <a:schemeClr val="tx1"/>
            </a:solidFill>
          </a:ln>
        </p:spPr>
      </p:pic>
      <p:pic>
        <p:nvPicPr>
          <p:cNvPr id="47" name="Picture 46">
            <a:extLst>
              <a:ext uri="{FF2B5EF4-FFF2-40B4-BE49-F238E27FC236}">
                <a16:creationId xmlns:a16="http://schemas.microsoft.com/office/drawing/2014/main" id="{210FC125-B91A-44A7-B60C-C7A85792305D}"/>
              </a:ext>
              <a:ext uri="{C183D7F6-B498-43B3-948B-1728B52AA6E4}">
                <adec:decorative xmlns:adec="http://schemas.microsoft.com/office/drawing/2017/decorative" val="1"/>
              </a:ext>
            </a:extLst>
          </p:cNvPr>
          <p:cNvPicPr>
            <a:picLocks noChangeAspect="1"/>
          </p:cNvPicPr>
          <p:nvPr/>
        </p:nvPicPr>
        <p:blipFill>
          <a:blip r:embed="rId10"/>
          <a:stretch>
            <a:fillRect/>
          </a:stretch>
        </p:blipFill>
        <p:spPr>
          <a:xfrm>
            <a:off x="2161688" y="3452623"/>
            <a:ext cx="1360529" cy="801596"/>
          </a:xfrm>
          <a:prstGeom prst="rect">
            <a:avLst/>
          </a:prstGeom>
          <a:ln w="6350">
            <a:solidFill>
              <a:schemeClr val="tx1"/>
            </a:solidFill>
          </a:ln>
        </p:spPr>
      </p:pic>
      <p:pic>
        <p:nvPicPr>
          <p:cNvPr id="48" name="Picture 47">
            <a:extLst>
              <a:ext uri="{FF2B5EF4-FFF2-40B4-BE49-F238E27FC236}">
                <a16:creationId xmlns:a16="http://schemas.microsoft.com/office/drawing/2014/main" id="{38EC9A32-CAD4-42C2-AE46-AC09F2751841}"/>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3903220" y="3452623"/>
            <a:ext cx="1360529" cy="801596"/>
          </a:xfrm>
          <a:prstGeom prst="rect">
            <a:avLst/>
          </a:prstGeom>
          <a:ln w="6350">
            <a:solidFill>
              <a:schemeClr val="tx1"/>
            </a:solidFill>
          </a:ln>
        </p:spPr>
      </p:pic>
      <p:sp>
        <p:nvSpPr>
          <p:cNvPr id="3" name="Text Placeholder 2">
            <a:extLst>
              <a:ext uri="{FF2B5EF4-FFF2-40B4-BE49-F238E27FC236}">
                <a16:creationId xmlns:a16="http://schemas.microsoft.com/office/drawing/2014/main" id="{0C5DBEBF-D8A3-4B7C-9BD0-F45A52C79930}"/>
              </a:ext>
            </a:extLst>
          </p:cNvPr>
          <p:cNvSpPr>
            <a:spLocks noGrp="1"/>
          </p:cNvSpPr>
          <p:nvPr>
            <p:ph type="body" sz="quarter" idx="13"/>
          </p:nvPr>
        </p:nvSpPr>
        <p:spPr/>
        <p:txBody>
          <a:bodyPr/>
          <a:lstStyle/>
          <a:p>
            <a:r>
              <a:rPr lang="en-US" dirty="0"/>
              <a:t>Imagery style overview: secondary techniques</a:t>
            </a:r>
          </a:p>
        </p:txBody>
      </p:sp>
      <p:sp>
        <p:nvSpPr>
          <p:cNvPr id="2" name="Title 1">
            <a:extLst>
              <a:ext uri="{FF2B5EF4-FFF2-40B4-BE49-F238E27FC236}">
                <a16:creationId xmlns:a16="http://schemas.microsoft.com/office/drawing/2014/main" id="{BEF32FE3-F094-4AA9-9645-1B5787FBE33A}"/>
              </a:ext>
            </a:extLst>
          </p:cNvPr>
          <p:cNvSpPr>
            <a:spLocks noGrp="1"/>
          </p:cNvSpPr>
          <p:nvPr>
            <p:ph type="title"/>
          </p:nvPr>
        </p:nvSpPr>
        <p:spPr/>
        <p:txBody>
          <a:bodyPr/>
          <a:lstStyle/>
          <a:p>
            <a:r>
              <a:rPr lang="en-US" dirty="0"/>
              <a:t>Brand basics</a:t>
            </a:r>
          </a:p>
        </p:txBody>
      </p:sp>
      <p:sp>
        <p:nvSpPr>
          <p:cNvPr id="20" name="Content Placeholder 11">
            <a:extLst>
              <a:ext uri="{FF2B5EF4-FFF2-40B4-BE49-F238E27FC236}">
                <a16:creationId xmlns:a16="http://schemas.microsoft.com/office/drawing/2014/main" id="{E1338666-5CDF-47BD-837D-44711F85892D}"/>
              </a:ext>
            </a:extLst>
          </p:cNvPr>
          <p:cNvSpPr>
            <a:spLocks noGrp="1"/>
          </p:cNvSpPr>
          <p:nvPr>
            <p:ph idx="1"/>
          </p:nvPr>
        </p:nvSpPr>
        <p:spPr/>
        <p:txBody>
          <a:bodyPr/>
          <a:lstStyle/>
          <a:p>
            <a:pPr>
              <a:spcBef>
                <a:spcPts val="0"/>
              </a:spcBef>
              <a:spcAft>
                <a:spcPts val="0"/>
              </a:spcAft>
            </a:pPr>
            <a:r>
              <a:rPr lang="en-US" dirty="0"/>
              <a:t>To learn more about acceptable image styles, visit </a:t>
            </a:r>
            <a:r>
              <a:rPr lang="en-US" dirty="0">
                <a:hlinkClick r:id="rId12"/>
              </a:rPr>
              <a:t>Brand Space &gt; Creative Resources &gt; Image Library</a:t>
            </a:r>
            <a:r>
              <a:rPr lang="en-US" dirty="0"/>
              <a:t>. To learn more about where to purchase images outside of Brand Space, contact your local brand team or visit </a:t>
            </a:r>
            <a:r>
              <a:rPr lang="en-US" dirty="0">
                <a:hlinkClick r:id="rId13"/>
              </a:rPr>
              <a:t>Brand Space &gt; Creative Resources &gt; Support &gt; Global vendor imagery agreements</a:t>
            </a:r>
            <a:r>
              <a:rPr lang="en-US" dirty="0"/>
              <a:t>.</a:t>
            </a:r>
            <a:endParaRPr lang="en-US" noProof="0" dirty="0"/>
          </a:p>
        </p:txBody>
      </p:sp>
    </p:spTree>
    <p:extLst>
      <p:ext uri="{BB962C8B-B14F-4D97-AF65-F5344CB8AC3E}">
        <p14:creationId xmlns:p14="http://schemas.microsoft.com/office/powerpoint/2010/main" val="184855390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7988936-2062-A1E2-905A-D9782D43E35F}"/>
              </a:ext>
            </a:extLst>
          </p:cNvPr>
          <p:cNvSpPr/>
          <p:nvPr/>
        </p:nvSpPr>
        <p:spPr bwMode="gray">
          <a:xfrm>
            <a:off x="5870448" y="5752216"/>
            <a:ext cx="5029200" cy="686454"/>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2" name="Rectangle 11">
            <a:extLst>
              <a:ext uri="{FF2B5EF4-FFF2-40B4-BE49-F238E27FC236}">
                <a16:creationId xmlns:a16="http://schemas.microsoft.com/office/drawing/2014/main" id="{2AA4CE6B-6034-79C0-3C56-96CFDCF4BD6B}"/>
              </a:ext>
            </a:extLst>
          </p:cNvPr>
          <p:cNvSpPr/>
          <p:nvPr/>
        </p:nvSpPr>
        <p:spPr bwMode="gray">
          <a:xfrm>
            <a:off x="457200" y="3617079"/>
            <a:ext cx="5029200" cy="548640"/>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9" name="Rectangle 18">
            <a:extLst>
              <a:ext uri="{FF2B5EF4-FFF2-40B4-BE49-F238E27FC236}">
                <a16:creationId xmlns:a16="http://schemas.microsoft.com/office/drawing/2014/main" id="{D16830A9-D09B-F274-E69F-2D030AB12532}"/>
              </a:ext>
            </a:extLst>
          </p:cNvPr>
          <p:cNvSpPr/>
          <p:nvPr/>
        </p:nvSpPr>
        <p:spPr bwMode="gray">
          <a:xfrm>
            <a:off x="5870448" y="4659987"/>
            <a:ext cx="5029200" cy="43248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8" name="Rectangle 17">
            <a:extLst>
              <a:ext uri="{FF2B5EF4-FFF2-40B4-BE49-F238E27FC236}">
                <a16:creationId xmlns:a16="http://schemas.microsoft.com/office/drawing/2014/main" id="{C8DFC409-833A-EFE7-6CEF-16382463B12D}"/>
              </a:ext>
            </a:extLst>
          </p:cNvPr>
          <p:cNvSpPr/>
          <p:nvPr/>
        </p:nvSpPr>
        <p:spPr bwMode="gray">
          <a:xfrm>
            <a:off x="5870448" y="3597645"/>
            <a:ext cx="5029200" cy="292443"/>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7" name="Rectangle 16">
            <a:extLst>
              <a:ext uri="{FF2B5EF4-FFF2-40B4-BE49-F238E27FC236}">
                <a16:creationId xmlns:a16="http://schemas.microsoft.com/office/drawing/2014/main" id="{09D2104A-6FFA-F297-35AC-C50F67D8123E}"/>
              </a:ext>
            </a:extLst>
          </p:cNvPr>
          <p:cNvSpPr/>
          <p:nvPr/>
        </p:nvSpPr>
        <p:spPr bwMode="gray">
          <a:xfrm>
            <a:off x="5870448" y="2533357"/>
            <a:ext cx="5029200" cy="292443"/>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7" name="Text Placeholder 6">
            <a:extLst>
              <a:ext uri="{FF2B5EF4-FFF2-40B4-BE49-F238E27FC236}">
                <a16:creationId xmlns:a16="http://schemas.microsoft.com/office/drawing/2014/main" id="{E5FCD902-BF96-D95A-508D-49870B441D87}"/>
              </a:ext>
            </a:extLst>
          </p:cNvPr>
          <p:cNvSpPr>
            <a:spLocks noGrp="1"/>
          </p:cNvSpPr>
          <p:nvPr>
            <p:ph type="body" sz="quarter" idx="13"/>
          </p:nvPr>
        </p:nvSpPr>
        <p:spPr/>
        <p:txBody>
          <a:bodyPr/>
          <a:lstStyle/>
          <a:p>
            <a:r>
              <a:rPr lang="en-US" dirty="0">
                <a:solidFill>
                  <a:srgbClr val="53565A"/>
                </a:solidFill>
                <a:effectLst/>
                <a:latin typeface="+mj-lt"/>
                <a:ea typeface="Calibri" panose="020F0502020204030204" pitchFamily="34" charset="0"/>
                <a:cs typeface="Calibri" panose="020F0502020204030204" pitchFamily="34" charset="0"/>
              </a:rPr>
              <a:t>Data-driven best practices for effective presentations </a:t>
            </a:r>
          </a:p>
        </p:txBody>
      </p:sp>
      <p:sp>
        <p:nvSpPr>
          <p:cNvPr id="5" name="Title 4">
            <a:extLst>
              <a:ext uri="{FF2B5EF4-FFF2-40B4-BE49-F238E27FC236}">
                <a16:creationId xmlns:a16="http://schemas.microsoft.com/office/drawing/2014/main" id="{13B002F4-AD81-5EBB-1471-EA2517E043FE}"/>
              </a:ext>
            </a:extLst>
          </p:cNvPr>
          <p:cNvSpPr>
            <a:spLocks noGrp="1"/>
          </p:cNvSpPr>
          <p:nvPr>
            <p:ph type="title"/>
          </p:nvPr>
        </p:nvSpPr>
        <p:spPr/>
        <p:txBody>
          <a:bodyPr/>
          <a:lstStyle/>
          <a:p>
            <a:r>
              <a:rPr lang="en-US" dirty="0"/>
              <a:t>Brand basics</a:t>
            </a:r>
          </a:p>
        </p:txBody>
      </p:sp>
      <p:sp>
        <p:nvSpPr>
          <p:cNvPr id="16" name="Rectangle 15">
            <a:extLst>
              <a:ext uri="{FF2B5EF4-FFF2-40B4-BE49-F238E27FC236}">
                <a16:creationId xmlns:a16="http://schemas.microsoft.com/office/drawing/2014/main" id="{FE7D0414-885F-6872-F72D-190ECFF972A5}"/>
              </a:ext>
            </a:extLst>
          </p:cNvPr>
          <p:cNvSpPr/>
          <p:nvPr/>
        </p:nvSpPr>
        <p:spPr bwMode="gray">
          <a:xfrm>
            <a:off x="457200" y="5894010"/>
            <a:ext cx="5029200" cy="43248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15" name="Rectangle 14">
            <a:extLst>
              <a:ext uri="{FF2B5EF4-FFF2-40B4-BE49-F238E27FC236}">
                <a16:creationId xmlns:a16="http://schemas.microsoft.com/office/drawing/2014/main" id="{E6046B2F-F3CB-94B3-C49E-33CC4AF592E9}"/>
              </a:ext>
            </a:extLst>
          </p:cNvPr>
          <p:cNvSpPr/>
          <p:nvPr/>
        </p:nvSpPr>
        <p:spPr bwMode="gray">
          <a:xfrm>
            <a:off x="457200" y="4800842"/>
            <a:ext cx="5029200" cy="292443"/>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 name="Content Placeholder 5">
            <a:extLst>
              <a:ext uri="{FF2B5EF4-FFF2-40B4-BE49-F238E27FC236}">
                <a16:creationId xmlns:a16="http://schemas.microsoft.com/office/drawing/2014/main" id="{B439EB2F-1F4E-BCB0-1FD0-218CE1BEDEA6}"/>
              </a:ext>
            </a:extLst>
          </p:cNvPr>
          <p:cNvSpPr>
            <a:spLocks noGrp="1"/>
          </p:cNvSpPr>
          <p:nvPr>
            <p:ph sz="quarter" idx="10"/>
          </p:nvPr>
        </p:nvSpPr>
        <p:spPr>
          <a:xfrm>
            <a:off x="457200" y="1679543"/>
            <a:ext cx="5029200" cy="5050865"/>
          </a:xfrm>
        </p:spPr>
        <p:txBody>
          <a:bodyPr/>
          <a:lstStyle/>
          <a:p>
            <a:pPr algn="l">
              <a:spcAft>
                <a:spcPts val="2200"/>
              </a:spcAft>
            </a:pPr>
            <a:r>
              <a:rPr lang="en-US" sz="1000" dirty="0">
                <a:latin typeface="+mj-lt"/>
              </a:rPr>
              <a:t>T</a:t>
            </a:r>
            <a:r>
              <a:rPr lang="en-US" sz="1000" b="0" i="0" dirty="0">
                <a:effectLst/>
                <a:latin typeface="+mj-lt"/>
              </a:rPr>
              <a:t>hese data-driven best practices for building effective and compelling presentations wer</a:t>
            </a:r>
            <a:r>
              <a:rPr lang="en-US" sz="1000" dirty="0">
                <a:latin typeface="+mj-lt"/>
              </a:rPr>
              <a:t>e developed by</a:t>
            </a:r>
            <a:r>
              <a:rPr lang="en-US" sz="1000" b="0" i="0" dirty="0">
                <a:effectLst/>
                <a:latin typeface="+mj-lt"/>
              </a:rPr>
              <a:t> </a:t>
            </a:r>
            <a:r>
              <a:rPr lang="en-US" sz="1000" b="0" u="sng" dirty="0">
                <a:solidFill>
                  <a:srgbClr val="00A3E0"/>
                </a:solidFill>
                <a:effectLst/>
                <a:latin typeface="+mj-lt"/>
                <a:hlinkClick r:id="rId2">
                  <a:extLst>
                    <a:ext uri="{A12FA001-AC4F-418D-AE19-62706E023703}">
                      <ahyp:hlinkClr xmlns:ahyp="http://schemas.microsoft.com/office/drawing/2018/hyperlinkcolor" val="tx"/>
                    </a:ext>
                  </a:extLst>
                </a:hlinkClick>
              </a:rPr>
              <a:t>US Neuroscience of Winning</a:t>
            </a:r>
            <a:r>
              <a:rPr lang="en-US" sz="1000" b="0" i="0" dirty="0">
                <a:solidFill>
                  <a:srgbClr val="00A3E0"/>
                </a:solidFill>
                <a:effectLst/>
                <a:latin typeface="+mj-lt"/>
              </a:rPr>
              <a:t> </a:t>
            </a:r>
            <a:r>
              <a:rPr lang="en-US" sz="1000" b="0" i="0" dirty="0">
                <a:effectLst/>
                <a:latin typeface="+mj-lt"/>
              </a:rPr>
              <a:t>(</a:t>
            </a:r>
            <a:r>
              <a:rPr lang="en-US" sz="1000" b="0" i="0" dirty="0" err="1">
                <a:effectLst/>
                <a:latin typeface="+mj-lt"/>
              </a:rPr>
              <a:t>NoW</a:t>
            </a:r>
            <a:r>
              <a:rPr lang="en-US" sz="1000" b="0" i="0" dirty="0">
                <a:effectLst/>
                <a:latin typeface="+mj-lt"/>
              </a:rPr>
              <a:t>), a multidisciplinary team of neuroscientists and pursuit professionals dedicated to improving sales performance with data-driven neuroscience insights. They use neuroscience to help practitioners win more deals and help influence how you communicate to your clients. </a:t>
            </a:r>
            <a:r>
              <a:rPr lang="en-US" sz="1000" b="0" u="none" strike="noStrike" dirty="0">
                <a:solidFill>
                  <a:srgbClr val="00A3E0"/>
                </a:solidFill>
                <a:effectLst/>
                <a:latin typeface="+mj-lt"/>
                <a:hlinkClick r:id="rId3">
                  <a:extLst>
                    <a:ext uri="{A12FA001-AC4F-418D-AE19-62706E023703}">
                      <ahyp:hlinkClr xmlns:ahyp="http://schemas.microsoft.com/office/drawing/2018/hyperlinkcolor" val="tx"/>
                    </a:ext>
                  </a:extLst>
                </a:hlinkClick>
              </a:rPr>
              <a:t>Contact the team</a:t>
            </a:r>
            <a:r>
              <a:rPr lang="en-US" sz="1000" b="0" i="0" dirty="0">
                <a:solidFill>
                  <a:srgbClr val="00A3E0"/>
                </a:solidFill>
                <a:effectLst/>
                <a:latin typeface="+mj-lt"/>
              </a:rPr>
              <a:t> </a:t>
            </a:r>
            <a:r>
              <a:rPr lang="en-US" sz="1000" b="0" i="0" dirty="0">
                <a:effectLst/>
                <a:latin typeface="+mj-lt"/>
              </a:rPr>
              <a:t>to learn how they can help you create more memorable presentations.</a:t>
            </a:r>
            <a:endParaRPr lang="en-US" sz="1000" b="1" dirty="0">
              <a:latin typeface="+mj-lt"/>
            </a:endParaRPr>
          </a:p>
          <a:p>
            <a:pPr marL="228600" indent="-228600" algn="l">
              <a:spcAft>
                <a:spcPts val="2200"/>
              </a:spcAft>
              <a:buFont typeface="+mj-lt"/>
              <a:buAutoNum type="arabicPeriod"/>
            </a:pPr>
            <a:r>
              <a:rPr lang="en-US" sz="1000" b="1" dirty="0">
                <a:effectLst/>
                <a:latin typeface="+mj-lt"/>
              </a:rPr>
              <a:t>Remote and hybrid presentations require more surprises</a:t>
            </a:r>
            <a:br>
              <a:rPr lang="en-US" sz="1000" b="0" dirty="0">
                <a:effectLst/>
                <a:latin typeface="+mj-lt"/>
              </a:rPr>
            </a:br>
            <a:r>
              <a:rPr lang="en-US" sz="1000" b="0" dirty="0">
                <a:effectLst/>
                <a:latin typeface="+mj-lt"/>
              </a:rPr>
              <a:t>Participants in remote presentations are more easily distracted and need surprise to stay engaged. Establish a pattern and break it; take something usual and make it unusual; help the audience see something ordinary through an unexpected lens. </a:t>
            </a:r>
            <a:br>
              <a:rPr lang="en-US" sz="1000" b="0" dirty="0">
                <a:effectLst/>
                <a:latin typeface="+mj-lt"/>
              </a:rPr>
            </a:br>
            <a:br>
              <a:rPr lang="en-US" sz="1000" b="0" dirty="0">
                <a:effectLst/>
                <a:latin typeface="+mj-lt"/>
              </a:rPr>
            </a:br>
            <a:r>
              <a:rPr lang="en-US" sz="1000" b="1" dirty="0">
                <a:effectLst/>
                <a:latin typeface="+mj-lt"/>
              </a:rPr>
              <a:t>WHY?</a:t>
            </a:r>
            <a:r>
              <a:rPr lang="en-US" sz="1000" b="0" dirty="0">
                <a:effectLst/>
                <a:latin typeface="+mj-lt"/>
              </a:rPr>
              <a:t> Data on attention suggests that monotony is a serious threat to audience engagement and neuroscience studies show that surprise is linked to the formation of new memories. </a:t>
            </a:r>
          </a:p>
          <a:p>
            <a:pPr marL="228600" indent="-228600" algn="l">
              <a:spcAft>
                <a:spcPts val="2200"/>
              </a:spcAft>
              <a:buFont typeface="+mj-lt"/>
              <a:buAutoNum type="arabicPeriod"/>
            </a:pPr>
            <a:r>
              <a:rPr lang="en-US" sz="1000" b="1" dirty="0">
                <a:effectLst/>
                <a:latin typeface="+mj-lt"/>
              </a:rPr>
              <a:t>Reserve bold, high-contrast design for a few key messages</a:t>
            </a:r>
            <a:br>
              <a:rPr lang="en-US" sz="1000" b="0" dirty="0">
                <a:effectLst/>
                <a:latin typeface="+mj-lt"/>
              </a:rPr>
            </a:br>
            <a:r>
              <a:rPr lang="en-US" sz="1000" b="0" dirty="0">
                <a:effectLst/>
                <a:latin typeface="+mj-lt"/>
              </a:rPr>
              <a:t>Bold design draws attention—use it only for important content. </a:t>
            </a:r>
            <a:br>
              <a:rPr lang="en-US" sz="1000" b="0" dirty="0">
                <a:effectLst/>
                <a:latin typeface="+mj-lt"/>
              </a:rPr>
            </a:br>
            <a:br>
              <a:rPr lang="en-US" sz="1000" b="0" dirty="0">
                <a:effectLst/>
                <a:latin typeface="+mj-lt"/>
              </a:rPr>
            </a:br>
            <a:r>
              <a:rPr lang="en-US" sz="1000" b="1" dirty="0">
                <a:effectLst/>
                <a:latin typeface="+mj-lt"/>
              </a:rPr>
              <a:t>WHY?</a:t>
            </a:r>
            <a:r>
              <a:rPr lang="en-US" sz="1000" b="0" dirty="0">
                <a:effectLst/>
                <a:latin typeface="+mj-lt"/>
              </a:rPr>
              <a:t> Data shows that overuse lessens the impact of high-contrast design elements. </a:t>
            </a:r>
          </a:p>
          <a:p>
            <a:pPr marL="228600" indent="-228600" algn="l">
              <a:spcAft>
                <a:spcPts val="2200"/>
              </a:spcAft>
              <a:buFont typeface="+mj-lt"/>
              <a:buAutoNum type="arabicPeriod"/>
            </a:pPr>
            <a:r>
              <a:rPr lang="en-US" sz="1000" b="1" dirty="0">
                <a:latin typeface="+mj-lt"/>
              </a:rPr>
              <a:t>For presentations in English, p</a:t>
            </a:r>
            <a:r>
              <a:rPr lang="en-US" sz="1000" b="1" dirty="0">
                <a:effectLst/>
                <a:latin typeface="+mj-lt"/>
              </a:rPr>
              <a:t>ut important content on the top-left side of the slide </a:t>
            </a:r>
            <a:br>
              <a:rPr lang="en-US" sz="1000" b="0" dirty="0">
                <a:effectLst/>
                <a:latin typeface="+mj-lt"/>
              </a:rPr>
            </a:br>
            <a:r>
              <a:rPr lang="en-US" sz="1000" b="0" dirty="0">
                <a:effectLst/>
                <a:latin typeface="+mj-lt"/>
              </a:rPr>
              <a:t>English-speaking viewers automatically read from top left to bottom right and tend to fade by the bottom right, so don’t use the bottom right of the slide for key content. </a:t>
            </a:r>
            <a:br>
              <a:rPr lang="en-US" sz="1000" b="0" dirty="0">
                <a:effectLst/>
                <a:latin typeface="+mj-lt"/>
              </a:rPr>
            </a:br>
            <a:br>
              <a:rPr lang="en-US" sz="1000" b="0" dirty="0">
                <a:effectLst/>
                <a:latin typeface="+mj-lt"/>
              </a:rPr>
            </a:br>
            <a:r>
              <a:rPr lang="en-US" sz="1000" b="1" dirty="0">
                <a:effectLst/>
                <a:latin typeface="+mj-lt"/>
              </a:rPr>
              <a:t>WHY?</a:t>
            </a:r>
            <a:r>
              <a:rPr lang="en-US" sz="1000" b="0" dirty="0">
                <a:effectLst/>
                <a:latin typeface="+mj-lt"/>
              </a:rPr>
              <a:t> Data shows that viewers spend the least amount of time reading the lower right corner of a slide, unless specifically guided. </a:t>
            </a:r>
            <a:endParaRPr lang="en-US" sz="1000" dirty="0">
              <a:latin typeface="+mj-lt"/>
            </a:endParaRPr>
          </a:p>
        </p:txBody>
      </p:sp>
      <p:sp>
        <p:nvSpPr>
          <p:cNvPr id="8" name="Content Placeholder 7">
            <a:extLst>
              <a:ext uri="{FF2B5EF4-FFF2-40B4-BE49-F238E27FC236}">
                <a16:creationId xmlns:a16="http://schemas.microsoft.com/office/drawing/2014/main" id="{467A04C9-7F3E-90F7-9A7B-D09C33BE289E}"/>
              </a:ext>
            </a:extLst>
          </p:cNvPr>
          <p:cNvSpPr>
            <a:spLocks noGrp="1"/>
          </p:cNvSpPr>
          <p:nvPr>
            <p:ph sz="quarter" idx="20"/>
          </p:nvPr>
        </p:nvSpPr>
        <p:spPr/>
        <p:txBody>
          <a:bodyPr/>
          <a:lstStyle/>
          <a:p>
            <a:pPr marL="228600" indent="-228600" algn="l">
              <a:spcAft>
                <a:spcPts val="2200"/>
              </a:spcAft>
              <a:buFont typeface="+mj-lt"/>
              <a:buAutoNum type="arabicPeriod" startAt="4"/>
            </a:pPr>
            <a:r>
              <a:rPr lang="en-US" sz="1000" b="1" dirty="0">
                <a:effectLst/>
                <a:latin typeface="+mj-lt"/>
              </a:rPr>
              <a:t>If you must present busy slides, build in content gradually and guide viewers </a:t>
            </a:r>
            <a:br>
              <a:rPr lang="en-US" sz="1000" b="0" dirty="0">
                <a:effectLst/>
                <a:latin typeface="+mj-lt"/>
              </a:rPr>
            </a:br>
            <a:r>
              <a:rPr lang="en-US" sz="1000" b="0" dirty="0">
                <a:effectLst/>
                <a:latin typeface="+mj-lt"/>
              </a:rPr>
              <a:t>Presenting one text section at a time and guiding your viewers through the slide vocally and with gestures prevents cognitive dissonance—a disconnect between what the audience sees and hears. Use slide builds and animations to present the content piecemeal. </a:t>
            </a:r>
            <a:br>
              <a:rPr lang="en-US" sz="1000" b="0" dirty="0">
                <a:effectLst/>
                <a:latin typeface="+mj-lt"/>
              </a:rPr>
            </a:br>
            <a:br>
              <a:rPr lang="en-US" sz="1000" b="0" dirty="0">
                <a:effectLst/>
                <a:latin typeface="+mj-lt"/>
              </a:rPr>
            </a:br>
            <a:r>
              <a:rPr lang="en-US" sz="1000" b="1" dirty="0">
                <a:effectLst/>
                <a:latin typeface="+mj-lt"/>
              </a:rPr>
              <a:t>WHY?</a:t>
            </a:r>
            <a:r>
              <a:rPr lang="en-US" sz="1000" b="0" dirty="0">
                <a:effectLst/>
                <a:latin typeface="+mj-lt"/>
              </a:rPr>
              <a:t> Data shows that animation helps focus attention on key messages.</a:t>
            </a:r>
          </a:p>
          <a:p>
            <a:pPr marL="228600" indent="-228600" algn="l">
              <a:spcAft>
                <a:spcPts val="2200"/>
              </a:spcAft>
              <a:buFont typeface="+mj-lt"/>
              <a:buAutoNum type="arabicPeriod" startAt="4"/>
            </a:pPr>
            <a:r>
              <a:rPr lang="en-US" sz="1000" b="1" dirty="0">
                <a:effectLst/>
                <a:latin typeface="+mj-lt"/>
              </a:rPr>
              <a:t>Highlight statistics</a:t>
            </a:r>
            <a:br>
              <a:rPr lang="en-US" sz="1000" b="0" dirty="0">
                <a:effectLst/>
                <a:latin typeface="+mj-lt"/>
              </a:rPr>
            </a:br>
            <a:r>
              <a:rPr lang="en-US" sz="1000" b="0" dirty="0">
                <a:effectLst/>
                <a:latin typeface="+mj-lt"/>
              </a:rPr>
              <a:t>Call out names and numbers to make the story real (and show why it matters to the client). </a:t>
            </a:r>
            <a:br>
              <a:rPr lang="en-US" sz="1000" b="0" dirty="0">
                <a:effectLst/>
                <a:latin typeface="+mj-lt"/>
              </a:rPr>
            </a:br>
            <a:br>
              <a:rPr lang="en-US" sz="1000" b="0" dirty="0">
                <a:effectLst/>
                <a:latin typeface="+mj-lt"/>
              </a:rPr>
            </a:br>
            <a:r>
              <a:rPr lang="en-US" sz="1000" b="1" dirty="0">
                <a:effectLst/>
                <a:latin typeface="+mj-lt"/>
              </a:rPr>
              <a:t>WHY?</a:t>
            </a:r>
            <a:r>
              <a:rPr lang="en-US" sz="1000" b="0" dirty="0">
                <a:effectLst/>
                <a:latin typeface="+mj-lt"/>
              </a:rPr>
              <a:t> Data shows that calling out specific facts and numbers increases attention.</a:t>
            </a:r>
          </a:p>
          <a:p>
            <a:pPr marL="228600" indent="-228600" algn="l">
              <a:spcAft>
                <a:spcPts val="2200"/>
              </a:spcAft>
              <a:buFont typeface="+mj-lt"/>
              <a:buAutoNum type="arabicPeriod" startAt="4"/>
            </a:pPr>
            <a:r>
              <a:rPr lang="en-US" sz="1000" b="1" dirty="0">
                <a:effectLst/>
                <a:latin typeface="+mj-lt"/>
              </a:rPr>
              <a:t>Use fewer words and larger fonts</a:t>
            </a:r>
            <a:br>
              <a:rPr lang="en-US" sz="1000" b="0" dirty="0">
                <a:effectLst/>
                <a:latin typeface="+mj-lt"/>
              </a:rPr>
            </a:br>
            <a:r>
              <a:rPr lang="en-US" sz="1000" b="0" dirty="0">
                <a:effectLst/>
                <a:latin typeface="+mj-lt"/>
              </a:rPr>
              <a:t>Keep text light. Text-heavy pages and tiny text is the #1 stressor for audiences. Use fewer words and larger fonts; break up content with slide builds or animation. </a:t>
            </a:r>
            <a:br>
              <a:rPr lang="en-US" sz="1000" b="0" dirty="0">
                <a:effectLst/>
                <a:latin typeface="+mj-lt"/>
              </a:rPr>
            </a:br>
            <a:br>
              <a:rPr lang="en-US" sz="1000" b="0" dirty="0">
                <a:effectLst/>
                <a:latin typeface="+mj-lt"/>
              </a:rPr>
            </a:br>
            <a:r>
              <a:rPr lang="en-US" sz="1000" b="1" dirty="0">
                <a:effectLst/>
                <a:latin typeface="+mj-lt"/>
              </a:rPr>
              <a:t>WHY?</a:t>
            </a:r>
            <a:r>
              <a:rPr lang="en-US" sz="1000" b="0" dirty="0">
                <a:effectLst/>
                <a:latin typeface="+mj-lt"/>
              </a:rPr>
              <a:t> Biometric data shows that dense slides create stress; eye-tracking data shows that attention wanders on busy slides.</a:t>
            </a:r>
          </a:p>
          <a:p>
            <a:pPr marL="228600" indent="-228600" algn="l">
              <a:spcAft>
                <a:spcPts val="2200"/>
              </a:spcAft>
              <a:buFont typeface="+mj-lt"/>
              <a:buAutoNum type="arabicPeriod" startAt="4"/>
            </a:pPr>
            <a:r>
              <a:rPr lang="en-US" sz="1000" b="1" dirty="0">
                <a:effectLst/>
                <a:latin typeface="+mj-lt"/>
              </a:rPr>
              <a:t>Use more visuals</a:t>
            </a:r>
            <a:br>
              <a:rPr lang="en-US" sz="1000" b="0" dirty="0">
                <a:effectLst/>
                <a:latin typeface="+mj-lt"/>
              </a:rPr>
            </a:br>
            <a:r>
              <a:rPr lang="en-US" sz="1000" b="0" dirty="0">
                <a:effectLst/>
                <a:latin typeface="+mj-lt"/>
              </a:rPr>
              <a:t>Add images. </a:t>
            </a:r>
            <a:br>
              <a:rPr lang="en-US" sz="1000" b="0" dirty="0">
                <a:effectLst/>
                <a:latin typeface="+mj-lt"/>
              </a:rPr>
            </a:br>
            <a:br>
              <a:rPr lang="en-US" sz="1000" b="0" dirty="0">
                <a:effectLst/>
                <a:latin typeface="+mj-lt"/>
              </a:rPr>
            </a:br>
            <a:r>
              <a:rPr lang="en-US" sz="1000" b="1" dirty="0">
                <a:effectLst/>
                <a:latin typeface="+mj-lt"/>
              </a:rPr>
              <a:t>WHY? </a:t>
            </a:r>
            <a:r>
              <a:rPr lang="en-US" sz="1000" b="0" dirty="0">
                <a:effectLst/>
                <a:latin typeface="+mj-lt"/>
              </a:rPr>
              <a:t>Experiments showed that 90% of participants preferred the visual version over the text-heavy version; memory and attention did not decrease in the visual version. </a:t>
            </a:r>
            <a:r>
              <a:rPr lang="en-US" sz="1000" b="0" i="1" dirty="0">
                <a:effectLst/>
                <a:latin typeface="+mj-lt"/>
              </a:rPr>
              <a:t>Caveat: Make sure the visuals reflect and reinforce your key message, or they may become distracting. </a:t>
            </a:r>
            <a:endParaRPr lang="en-US" sz="1000" b="0" dirty="0">
              <a:effectLst/>
              <a:latin typeface="+mj-lt"/>
            </a:endParaRPr>
          </a:p>
          <a:p>
            <a:pPr marL="228600" indent="-228600">
              <a:spcAft>
                <a:spcPts val="2200"/>
              </a:spcAft>
              <a:buFont typeface="+mj-lt"/>
              <a:buAutoNum type="arabicPeriod" startAt="4"/>
            </a:pPr>
            <a:endParaRPr lang="en-US" sz="1000" dirty="0">
              <a:latin typeface="+mj-lt"/>
            </a:endParaRPr>
          </a:p>
        </p:txBody>
      </p:sp>
    </p:spTree>
    <p:extLst>
      <p:ext uri="{BB962C8B-B14F-4D97-AF65-F5344CB8AC3E}">
        <p14:creationId xmlns:p14="http://schemas.microsoft.com/office/powerpoint/2010/main" val="428256681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US" dirty="0"/>
              <a:t>Page subtitle</a:t>
            </a:r>
          </a:p>
        </p:txBody>
      </p:sp>
      <p:sp>
        <p:nvSpPr>
          <p:cNvPr id="3" name="Title 2"/>
          <p:cNvSpPr>
            <a:spLocks noGrp="1"/>
          </p:cNvSpPr>
          <p:nvPr>
            <p:ph type="title"/>
          </p:nvPr>
        </p:nvSpPr>
        <p:spPr/>
        <p:txBody>
          <a:bodyPr/>
          <a:lstStyle/>
          <a:p>
            <a:r>
              <a:rPr lang="en-US" dirty="0"/>
              <a:t>Page title</a:t>
            </a:r>
          </a:p>
        </p:txBody>
      </p:sp>
      <p:sp>
        <p:nvSpPr>
          <p:cNvPr id="5" name="Content Placeholder 4"/>
          <p:cNvSpPr>
            <a:spLocks noGrp="1"/>
          </p:cNvSpPr>
          <p:nvPr>
            <p:ph idx="1"/>
          </p:nvPr>
        </p:nvSpPr>
        <p:spPr/>
        <p:txBody>
          <a:bodyPr/>
          <a:lstStyle/>
          <a:p>
            <a:r>
              <a:rPr lang="en-US" dirty="0"/>
              <a:t>There are five predefined text levels in the main text area on a standard slide. However, text can be customized using different formatting or type sizes, depending on the needs of the document.</a:t>
            </a:r>
          </a:p>
          <a:p>
            <a:endParaRPr lang="en-US"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4"/>
            <a:endParaRPr lang="en-US" dirty="0"/>
          </a:p>
          <a:p>
            <a:r>
              <a:rPr lang="en-US" dirty="0"/>
              <a:t>You can move up or down the type levels using the increase or decrease list level buttons on the Paragraph section of the Home menu.</a:t>
            </a:r>
          </a:p>
          <a:p>
            <a:endParaRPr lang="en-US" dirty="0"/>
          </a:p>
        </p:txBody>
      </p:sp>
      <p:pic>
        <p:nvPicPr>
          <p:cNvPr id="6" name="Picture 2" descr="Illustrative image indicating where in PowerPoint users can go to change the paragraph indent level (Paragraph &gt; Increase List Level or Decrease List Level)"/>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1487490" y="4206029"/>
            <a:ext cx="2855119" cy="804967"/>
          </a:xfrm>
          <a:prstGeom prst="rect">
            <a:avLst/>
          </a:prstGeom>
          <a:noFill/>
          <a:ln w="3175">
            <a:solidFill>
              <a:schemeClr val="bg1">
                <a:lumMod val="50000"/>
              </a:schemeClr>
            </a:solidFill>
            <a:miter lim="800000"/>
            <a:headEnd/>
            <a:tailEnd/>
          </a:ln>
          <a:extLst>
            <a:ext uri="{909E8E84-426E-40dd-AFC4-6F175D3DCCD1}">
              <a14:hiddenFill xmlns="" xmlns:a14="http://schemas.microsoft.com/office/drawing/2010/main">
                <a:solidFill>
                  <a:schemeClr val="accent1"/>
                </a:solidFill>
              </a14:hiddenFill>
            </a:ext>
          </a:extLst>
        </p:spPr>
      </p:pic>
      <p:sp>
        <p:nvSpPr>
          <p:cNvPr id="7" name="Oval 6"/>
          <p:cNvSpPr/>
          <p:nvPr/>
        </p:nvSpPr>
        <p:spPr>
          <a:xfrm>
            <a:off x="2046290" y="4155225"/>
            <a:ext cx="874145" cy="42995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dirty="0">
              <a:latin typeface="Aptos" panose="020B0004020202020204" pitchFamily="34" charset="0"/>
            </a:endParaRPr>
          </a:p>
        </p:txBody>
      </p:sp>
    </p:spTree>
    <p:extLst>
      <p:ext uri="{BB962C8B-B14F-4D97-AF65-F5344CB8AC3E}">
        <p14:creationId xmlns:p14="http://schemas.microsoft.com/office/powerpoint/2010/main" val="208638560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CA7D4FAB-07C2-13BB-80D4-506E006F39B5}"/>
              </a:ext>
            </a:extLst>
          </p:cNvPr>
          <p:cNvSpPr>
            <a:spLocks noGrp="1"/>
          </p:cNvSpPr>
          <p:nvPr>
            <p:ph sz="quarter" idx="4294967295"/>
          </p:nvPr>
        </p:nvSpPr>
        <p:spPr>
          <a:xfrm>
            <a:off x="457200" y="1678966"/>
            <a:ext cx="5029200" cy="4681728"/>
          </a:xfrm>
        </p:spPr>
        <p:txBody>
          <a:bodyPr/>
          <a:lstStyle/>
          <a:p>
            <a:r>
              <a:rPr lang="en-US" dirty="0"/>
              <a:t>Item 1	X</a:t>
            </a:r>
          </a:p>
          <a:p>
            <a:r>
              <a:rPr lang="en-US" dirty="0"/>
              <a:t>Item 2	X</a:t>
            </a:r>
          </a:p>
          <a:p>
            <a:r>
              <a:rPr lang="en-US" dirty="0"/>
              <a:t>Item 3	X</a:t>
            </a:r>
          </a:p>
          <a:p>
            <a:r>
              <a:rPr lang="en-US" dirty="0"/>
              <a:t>Item 4	X</a:t>
            </a:r>
          </a:p>
          <a:p>
            <a:pPr lvl="1"/>
            <a:r>
              <a:rPr lang="en-US" dirty="0"/>
              <a:t>Sub item text runs here	X</a:t>
            </a:r>
          </a:p>
          <a:p>
            <a:pPr lvl="1"/>
            <a:r>
              <a:rPr lang="en-US" dirty="0"/>
              <a:t>Sub item text runs here	X</a:t>
            </a:r>
          </a:p>
          <a:p>
            <a:pPr lvl="1"/>
            <a:r>
              <a:rPr lang="en-US" dirty="0"/>
              <a:t>Sub item text runs here	X</a:t>
            </a:r>
          </a:p>
          <a:p>
            <a:endParaRPr lang="en-GB" dirty="0"/>
          </a:p>
        </p:txBody>
      </p:sp>
      <p:pic>
        <p:nvPicPr>
          <p:cNvPr id="5" name="Content Placeholder 4" descr="A group of people standing around a table&#10;&#10;Description automatically generated">
            <a:extLst>
              <a:ext uri="{FF2B5EF4-FFF2-40B4-BE49-F238E27FC236}">
                <a16:creationId xmlns:a16="http://schemas.microsoft.com/office/drawing/2014/main" id="{77762FE3-AC90-B686-8B8D-078AA7D940BB}"/>
              </a:ext>
            </a:extLst>
          </p:cNvPr>
          <p:cNvPicPr>
            <a:picLocks noGrp="1" noChangeAspect="1"/>
          </p:cNvPicPr>
          <p:nvPr>
            <p:ph sz="quarter" idx="4294967295"/>
          </p:nvPr>
        </p:nvPicPr>
        <p:blipFill rotWithShape="1">
          <a:blip r:embed="rId2"/>
          <a:srcRect l="9641" t="3081" r="10371" b="2542"/>
          <a:stretch/>
        </p:blipFill>
        <p:spPr>
          <a:xfrm>
            <a:off x="5791200" y="342900"/>
            <a:ext cx="5105400" cy="6010359"/>
          </a:xfrm>
        </p:spPr>
      </p:pic>
      <p:sp>
        <p:nvSpPr>
          <p:cNvPr id="37" name="Text Placeholder 36">
            <a:extLst>
              <a:ext uri="{FF2B5EF4-FFF2-40B4-BE49-F238E27FC236}">
                <a16:creationId xmlns:a16="http://schemas.microsoft.com/office/drawing/2014/main" id="{23F93C0E-2449-97EF-972A-0A07F45DF368}"/>
              </a:ext>
            </a:extLst>
          </p:cNvPr>
          <p:cNvSpPr>
            <a:spLocks noGrp="1"/>
          </p:cNvSpPr>
          <p:nvPr>
            <p:ph type="body" sz="quarter" idx="13"/>
          </p:nvPr>
        </p:nvSpPr>
        <p:spPr/>
        <p:txBody>
          <a:bodyPr/>
          <a:lstStyle/>
          <a:p>
            <a:r>
              <a:rPr lang="en-US" noProof="0" dirty="0"/>
              <a:t>Page subtitle</a:t>
            </a:r>
          </a:p>
          <a:p>
            <a:endParaRPr lang="en-GB" dirty="0"/>
          </a:p>
        </p:txBody>
      </p:sp>
      <p:sp>
        <p:nvSpPr>
          <p:cNvPr id="4" name="Title 3">
            <a:extLst>
              <a:ext uri="{FF2B5EF4-FFF2-40B4-BE49-F238E27FC236}">
                <a16:creationId xmlns:a16="http://schemas.microsoft.com/office/drawing/2014/main" id="{B30782BB-3191-F781-7B0A-2C59ECDB8AC5}"/>
              </a:ext>
            </a:extLst>
          </p:cNvPr>
          <p:cNvSpPr>
            <a:spLocks noGrp="1"/>
          </p:cNvSpPr>
          <p:nvPr>
            <p:ph type="title"/>
          </p:nvPr>
        </p:nvSpPr>
        <p:spPr/>
        <p:txBody>
          <a:bodyPr/>
          <a:lstStyle/>
          <a:p>
            <a:r>
              <a:rPr lang="en-US" dirty="0"/>
              <a:t>Contents</a:t>
            </a:r>
            <a:endParaRPr lang="en-GB" dirty="0"/>
          </a:p>
        </p:txBody>
      </p:sp>
      <p:sp>
        <p:nvSpPr>
          <p:cNvPr id="17" name="Rectangle 16">
            <a:extLst>
              <a:ext uri="{FF2B5EF4-FFF2-40B4-BE49-F238E27FC236}">
                <a16:creationId xmlns:a16="http://schemas.microsoft.com/office/drawing/2014/main" id="{965CC79C-BE0A-F20F-F728-31602F9A2DB7}"/>
              </a:ext>
            </a:extLst>
          </p:cNvPr>
          <p:cNvSpPr>
            <a:spLocks noChangeArrowheads="1"/>
          </p:cNvSpPr>
          <p:nvPr/>
        </p:nvSpPr>
        <p:spPr bwMode="gray">
          <a:xfrm>
            <a:off x="10325100" y="3359751"/>
            <a:ext cx="1866900" cy="1810752"/>
          </a:xfrm>
          <a:prstGeom prst="rect">
            <a:avLst/>
          </a:prstGeom>
          <a:solidFill>
            <a:srgbClr val="DA291C"/>
          </a:solidFill>
          <a:ln w="12700" algn="ctr">
            <a:noFill/>
            <a:miter lim="800000"/>
            <a:headEnd/>
            <a:tailEnd/>
          </a:ln>
          <a:effectLst/>
        </p:spPr>
        <p:txBody>
          <a:bodyPr wrap="square" lIns="91440" tIns="91440" rIns="91440" bIns="91440" anchor="ctr">
            <a:spAutoFit/>
          </a:bodyPr>
          <a:ls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a:lstStyle>
          <a:p>
            <a:pPr algn="l">
              <a:spcBef>
                <a:spcPts val="400"/>
              </a:spcBef>
              <a:spcAft>
                <a:spcPts val="400"/>
              </a:spcAft>
            </a:pPr>
            <a:r>
              <a:rPr lang="en-US" sz="900" b="0" dirty="0">
                <a:solidFill>
                  <a:schemeClr val="bg1"/>
                </a:solidFill>
                <a:latin typeface="Aptos" panose="020B0004020202020204" pitchFamily="34" charset="0"/>
                <a:ea typeface="MS PGothic"/>
                <a:cs typeface="Calibri Light" panose="020F0302020204030204" pitchFamily="34" charset="0"/>
              </a:rPr>
              <a:t>Image for illustrative purposes only.</a:t>
            </a:r>
          </a:p>
          <a:p>
            <a:pPr algn="l">
              <a:spcBef>
                <a:spcPts val="400"/>
              </a:spcBef>
              <a:spcAft>
                <a:spcPts val="400"/>
              </a:spcAft>
            </a:pPr>
            <a:r>
              <a:rPr lang="en-US" sz="900" b="0" dirty="0">
                <a:solidFill>
                  <a:schemeClr val="bg1"/>
                </a:solidFill>
                <a:latin typeface="Aptos" panose="020B0004020202020204" pitchFamily="34" charset="0"/>
                <a:cs typeface="Calibri Light" panose="020F0302020204030204" pitchFamily="34" charset="0"/>
              </a:rPr>
              <a:t>To change the secondary images, select the image, ‘right click’, and select Change Picture. Browse to a new image and ‘click’ Insert. To resize or crop the image, select the image, go to Picture Format &gt; Crop and crop to fit or hold the shift key down and use the corner anchors to resize.</a:t>
            </a:r>
          </a:p>
        </p:txBody>
      </p:sp>
    </p:spTree>
    <p:extLst>
      <p:ext uri="{BB962C8B-B14F-4D97-AF65-F5344CB8AC3E}">
        <p14:creationId xmlns:p14="http://schemas.microsoft.com/office/powerpoint/2010/main" val="81824209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2D69E30E-7AEB-F7C7-C07C-DBFD29D0EBDC}"/>
              </a:ext>
            </a:extLst>
          </p:cNvPr>
          <p:cNvSpPr>
            <a:spLocks noGrp="1"/>
          </p:cNvSpPr>
          <p:nvPr>
            <p:ph type="body" sz="quarter" idx="13"/>
          </p:nvPr>
        </p:nvSpPr>
        <p:spPr/>
        <p:txBody>
          <a:bodyPr/>
          <a:lstStyle/>
          <a:p>
            <a:r>
              <a:rPr lang="en-US" noProof="0" dirty="0"/>
              <a:t>Page subtitle</a:t>
            </a:r>
          </a:p>
        </p:txBody>
      </p:sp>
      <p:sp>
        <p:nvSpPr>
          <p:cNvPr id="9" name="Title 8">
            <a:extLst>
              <a:ext uri="{FF2B5EF4-FFF2-40B4-BE49-F238E27FC236}">
                <a16:creationId xmlns:a16="http://schemas.microsoft.com/office/drawing/2014/main" id="{7E5E48C7-9978-F243-3886-C5100595AC03}"/>
              </a:ext>
            </a:extLst>
          </p:cNvPr>
          <p:cNvSpPr>
            <a:spLocks noGrp="1"/>
          </p:cNvSpPr>
          <p:nvPr>
            <p:ph type="title"/>
          </p:nvPr>
        </p:nvSpPr>
        <p:spPr/>
        <p:txBody>
          <a:bodyPr/>
          <a:lstStyle/>
          <a:p>
            <a:r>
              <a:rPr lang="en-GB" dirty="0"/>
              <a:t>Agenda</a:t>
            </a:r>
          </a:p>
        </p:txBody>
      </p:sp>
      <p:graphicFrame>
        <p:nvGraphicFramePr>
          <p:cNvPr id="10" name="Group 3">
            <a:extLst>
              <a:ext uri="{FF2B5EF4-FFF2-40B4-BE49-F238E27FC236}">
                <a16:creationId xmlns:a16="http://schemas.microsoft.com/office/drawing/2014/main" id="{4476C94F-106A-25E3-E101-E5A12A40CE47}"/>
              </a:ext>
            </a:extLst>
          </p:cNvPr>
          <p:cNvGraphicFramePr>
            <a:graphicFrameLocks noGrp="1"/>
          </p:cNvGraphicFramePr>
          <p:nvPr>
            <p:extLst>
              <p:ext uri="{D42A27DB-BD31-4B8C-83A1-F6EECF244321}">
                <p14:modId xmlns:p14="http://schemas.microsoft.com/office/powerpoint/2010/main" val="428345030"/>
              </p:ext>
            </p:extLst>
          </p:nvPr>
        </p:nvGraphicFramePr>
        <p:xfrm>
          <a:off x="457200" y="1682496"/>
          <a:ext cx="10433304" cy="3673791"/>
        </p:xfrm>
        <a:graphic>
          <a:graphicData uri="http://schemas.openxmlformats.org/drawingml/2006/table">
            <a:tbl>
              <a:tblPr/>
              <a:tblGrid>
                <a:gridCol w="2840823">
                  <a:extLst>
                    <a:ext uri="{9D8B030D-6E8A-4147-A177-3AD203B41FA5}">
                      <a16:colId xmlns:a16="http://schemas.microsoft.com/office/drawing/2014/main" val="20000"/>
                    </a:ext>
                  </a:extLst>
                </a:gridCol>
                <a:gridCol w="2840823">
                  <a:extLst>
                    <a:ext uri="{9D8B030D-6E8A-4147-A177-3AD203B41FA5}">
                      <a16:colId xmlns:a16="http://schemas.microsoft.com/office/drawing/2014/main" val="20001"/>
                    </a:ext>
                  </a:extLst>
                </a:gridCol>
                <a:gridCol w="2459671">
                  <a:extLst>
                    <a:ext uri="{9D8B030D-6E8A-4147-A177-3AD203B41FA5}">
                      <a16:colId xmlns:a16="http://schemas.microsoft.com/office/drawing/2014/main" val="20002"/>
                    </a:ext>
                  </a:extLst>
                </a:gridCol>
                <a:gridCol w="2291987">
                  <a:extLst>
                    <a:ext uri="{9D8B030D-6E8A-4147-A177-3AD203B41FA5}">
                      <a16:colId xmlns:a16="http://schemas.microsoft.com/office/drawing/2014/main" val="20003"/>
                    </a:ext>
                  </a:extLst>
                </a:gridCol>
              </a:tblGrid>
              <a:tr h="322897">
                <a:tc>
                  <a:txBody>
                    <a:bodyPr/>
                    <a:lstStyle/>
                    <a:p>
                      <a:pPr marL="0" marR="0" lvl="0" indent="0" algn="l" defTabSz="684213" rtl="0" eaLnBrk="0" fontAlgn="base" latinLnBrk="0" hangingPunct="0">
                        <a:lnSpc>
                          <a:spcPct val="100000"/>
                        </a:lnSpc>
                        <a:spcBef>
                          <a:spcPts val="400"/>
                        </a:spcBef>
                        <a:spcAft>
                          <a:spcPct val="0"/>
                        </a:spcAft>
                        <a:buClrTx/>
                        <a:buSzPct val="25000"/>
                        <a:buFont typeface="Wingdings" pitchFamily="2" charset="2"/>
                        <a:buNone/>
                        <a:tabLst/>
                      </a:pPr>
                      <a:r>
                        <a:rPr kumimoji="0" lang="en-US" sz="1200" b="1" u="none" strike="noStrike" cap="none" normalizeH="0" baseline="0" dirty="0">
                          <a:ln>
                            <a:noFill/>
                          </a:ln>
                          <a:solidFill>
                            <a:schemeClr val="accent3"/>
                          </a:solidFill>
                          <a:effectLst/>
                          <a:latin typeface="Aptos" panose="020B0004020202020204" pitchFamily="34" charset="0"/>
                        </a:rPr>
                        <a:t>Topic</a:t>
                      </a:r>
                      <a:endParaRPr kumimoji="0" lang="en-US" sz="1200" b="1" i="0" u="none" strike="noStrike" cap="none" normalizeH="0" baseline="0" dirty="0">
                        <a:ln>
                          <a:noFill/>
                        </a:ln>
                        <a:solidFill>
                          <a:schemeClr val="accent3"/>
                        </a:solidFill>
                        <a:effectLst/>
                        <a:latin typeface="Aptos" panose="020B0004020202020204" pitchFamily="34" charset="0"/>
                      </a:endParaRPr>
                    </a:p>
                  </a:txBody>
                  <a:tcPr marL="68580" marR="68580" marT="68580" marB="68580" anchor="ctr" horzOverflow="overflow">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5715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ct val="0"/>
                        </a:spcAft>
                        <a:buClrTx/>
                        <a:buSzPct val="65000"/>
                        <a:buFont typeface="Wingdings"/>
                        <a:buNone/>
                        <a:tabLst/>
                      </a:pPr>
                      <a:r>
                        <a:rPr kumimoji="0" lang="en-US" sz="1200" b="1" u="none" strike="noStrike" kern="1200" cap="none" normalizeH="0" baseline="0" dirty="0">
                          <a:ln>
                            <a:noFill/>
                          </a:ln>
                          <a:solidFill>
                            <a:schemeClr val="accent3"/>
                          </a:solidFill>
                          <a:effectLst/>
                          <a:latin typeface="Aptos" panose="020B0004020202020204" pitchFamily="34" charset="0"/>
                        </a:rPr>
                        <a:t>Content</a:t>
                      </a:r>
                      <a:endParaRPr kumimoji="0" lang="en-US" sz="1200" b="1" i="0" u="none" strike="noStrike" kern="1200" cap="none" normalizeH="0" baseline="0" dirty="0">
                        <a:ln>
                          <a:noFill/>
                        </a:ln>
                        <a:solidFill>
                          <a:schemeClr val="accent3"/>
                        </a:solidFill>
                        <a:effectLst/>
                        <a:latin typeface="Aptos" panose="020B0004020202020204" pitchFamily="34" charset="0"/>
                        <a:ea typeface="+mn-ea"/>
                        <a:cs typeface="+mn-cs"/>
                      </a:endParaRPr>
                    </a:p>
                  </a:txBody>
                  <a:tcPr marL="68580" marR="68580" marT="68580" marB="6858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5715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ct val="0"/>
                        </a:spcAft>
                        <a:buClrTx/>
                        <a:buSzPct val="65000"/>
                        <a:buFont typeface="Wingdings"/>
                        <a:buNone/>
                        <a:tabLst/>
                      </a:pPr>
                      <a:r>
                        <a:rPr kumimoji="0" lang="en-US" sz="1200" b="1" u="none" strike="noStrike" kern="1200" cap="none" normalizeH="0" baseline="0" dirty="0">
                          <a:ln>
                            <a:noFill/>
                          </a:ln>
                          <a:solidFill>
                            <a:schemeClr val="accent3"/>
                          </a:solidFill>
                          <a:effectLst/>
                          <a:latin typeface="Aptos" panose="020B0004020202020204" pitchFamily="34" charset="0"/>
                        </a:rPr>
                        <a:t>Person responsible</a:t>
                      </a:r>
                      <a:endParaRPr kumimoji="0" lang="en-US" sz="1200" b="1" i="0" u="none" strike="noStrike" kern="1200" cap="none" normalizeH="0" baseline="0" dirty="0">
                        <a:ln>
                          <a:noFill/>
                        </a:ln>
                        <a:solidFill>
                          <a:schemeClr val="accent3"/>
                        </a:solidFill>
                        <a:effectLst/>
                        <a:latin typeface="Aptos" panose="020B0004020202020204" pitchFamily="34" charset="0"/>
                        <a:ea typeface="+mn-ea"/>
                        <a:cs typeface="+mn-cs"/>
                      </a:endParaRPr>
                    </a:p>
                  </a:txBody>
                  <a:tcPr marL="68580" marR="68580" marT="68580" marB="6858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5715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684213" rtl="0" eaLnBrk="0" fontAlgn="base" latinLnBrk="0" hangingPunct="0">
                        <a:lnSpc>
                          <a:spcPct val="100000"/>
                        </a:lnSpc>
                        <a:spcBef>
                          <a:spcPts val="400"/>
                        </a:spcBef>
                        <a:spcAft>
                          <a:spcPct val="0"/>
                        </a:spcAft>
                        <a:buClrTx/>
                        <a:buSzPct val="65000"/>
                        <a:buFont typeface="Wingdings"/>
                        <a:buNone/>
                        <a:tabLst/>
                      </a:pPr>
                      <a:r>
                        <a:rPr kumimoji="0" lang="en-US" sz="1200" b="1" u="none" strike="noStrike" kern="1200" cap="none" normalizeH="0" baseline="0" dirty="0">
                          <a:ln>
                            <a:noFill/>
                          </a:ln>
                          <a:solidFill>
                            <a:schemeClr val="accent3"/>
                          </a:solidFill>
                          <a:effectLst/>
                          <a:latin typeface="Aptos" panose="020B0004020202020204" pitchFamily="34" charset="0"/>
                        </a:rPr>
                        <a:t>Timing</a:t>
                      </a:r>
                      <a:endParaRPr kumimoji="0" lang="en-US" sz="1200" b="1" i="0" u="none" strike="noStrike" kern="1200" cap="none" normalizeH="0" baseline="0" dirty="0">
                        <a:ln>
                          <a:noFill/>
                        </a:ln>
                        <a:solidFill>
                          <a:schemeClr val="accent3"/>
                        </a:solidFill>
                        <a:effectLst/>
                        <a:latin typeface="Aptos" panose="020B0004020202020204" pitchFamily="34" charset="0"/>
                        <a:ea typeface="+mn-ea"/>
                        <a:cs typeface="+mn-cs"/>
                      </a:endParaRPr>
                    </a:p>
                  </a:txBody>
                  <a:tcPr marL="68580" marR="68580" marT="68580" marB="68580" anchor="ctr" horzOverflow="overflow">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5715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41020">
                <a:tc>
                  <a:txBody>
                    <a:bodyPr/>
                    <a:lstStyle/>
                    <a:p>
                      <a:pPr marL="0" marR="0" lvl="0" indent="0" algn="l"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u="none" strike="noStrike" cap="none" normalizeH="0" baseline="0" dirty="0">
                          <a:ln>
                            <a:noFill/>
                          </a:ln>
                          <a:solidFill>
                            <a:schemeClr val="tx1"/>
                          </a:solidFill>
                          <a:effectLst/>
                          <a:latin typeface="Aptos" panose="020B0004020202020204" pitchFamily="34" charset="0"/>
                        </a:rPr>
                        <a:t>Subject</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p>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endParaRPr kumimoji="0" lang="en-US" sz="1200" b="0" i="0" u="none" strike="noStrike" kern="1200" cap="none" spc="0" normalizeH="0" baseline="0" noProof="0" dirty="0">
                        <a:ln>
                          <a:noFill/>
                        </a:ln>
                        <a:solidFill>
                          <a:schemeClr val="tx1"/>
                        </a:solidFill>
                        <a:effectLst/>
                        <a:uLnTx/>
                        <a:uFillTx/>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pPr>
                      <a:r>
                        <a:rPr kumimoji="0" lang="en-US" sz="1200" u="none" strike="noStrike" kern="1200" cap="none" normalizeH="0" baseline="0" dirty="0">
                          <a:ln>
                            <a:noFill/>
                          </a:ln>
                          <a:solidFill>
                            <a:schemeClr val="tx1"/>
                          </a:solidFill>
                          <a:effectLst/>
                          <a:latin typeface="Aptos" panose="020B0004020202020204" pitchFamily="34" charset="0"/>
                        </a:rPr>
                        <a:t>Name</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defRPr/>
                      </a:pPr>
                      <a:r>
                        <a:rPr kumimoji="0" lang="en-US" sz="1200" u="none" strike="noStrike" kern="1200" cap="none" normalizeH="0" baseline="0" dirty="0">
                          <a:ln>
                            <a:noFill/>
                          </a:ln>
                          <a:solidFill>
                            <a:schemeClr val="tx1"/>
                          </a:solidFill>
                          <a:effectLst/>
                          <a:latin typeface="Aptos" panose="020B0004020202020204" pitchFamily="34" charset="0"/>
                        </a:rPr>
                        <a:t>0:00 a.m. – 0:00 a.m.</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41020">
                <a:tc>
                  <a:txBody>
                    <a:bodyPr/>
                    <a:lstStyle/>
                    <a:p>
                      <a:pPr marL="0" marR="0" lvl="0" indent="0" algn="l"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u="none" strike="noStrike" cap="none" normalizeH="0" baseline="0" dirty="0">
                          <a:ln>
                            <a:noFill/>
                          </a:ln>
                          <a:solidFill>
                            <a:schemeClr val="tx1"/>
                          </a:solidFill>
                          <a:effectLst/>
                          <a:latin typeface="Aptos" panose="020B0004020202020204" pitchFamily="34" charset="0"/>
                        </a:rPr>
                        <a:t>Subject</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p>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endParaRPr kumimoji="0" lang="en-US" sz="1200" b="0" i="0" u="none" strike="noStrike" kern="1200" cap="none" spc="0" normalizeH="0" baseline="0" noProof="0" dirty="0">
                        <a:ln>
                          <a:noFill/>
                        </a:ln>
                        <a:solidFill>
                          <a:schemeClr val="tx1"/>
                        </a:solidFill>
                        <a:effectLst/>
                        <a:uLnTx/>
                        <a:uFillTx/>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pPr>
                      <a:r>
                        <a:rPr kumimoji="0" lang="en-US" sz="1200" u="none" strike="noStrike" kern="1200" cap="none" normalizeH="0" baseline="0" dirty="0">
                          <a:ln>
                            <a:noFill/>
                          </a:ln>
                          <a:solidFill>
                            <a:schemeClr val="tx1"/>
                          </a:solidFill>
                          <a:effectLst/>
                          <a:latin typeface="Aptos" panose="020B0004020202020204" pitchFamily="34" charset="0"/>
                        </a:rPr>
                        <a:t>Name</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defRPr/>
                      </a:pPr>
                      <a:r>
                        <a:rPr kumimoji="0" lang="en-US" sz="1200" u="none" strike="noStrike" kern="1200" cap="none" normalizeH="0" baseline="0" dirty="0">
                          <a:ln>
                            <a:noFill/>
                          </a:ln>
                          <a:solidFill>
                            <a:schemeClr val="tx1"/>
                          </a:solidFill>
                          <a:effectLst/>
                          <a:latin typeface="Aptos" panose="020B0004020202020204" pitchFamily="34" charset="0"/>
                        </a:rPr>
                        <a:t>0:00 a.m. – 0:00 a.m.</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22897">
                <a:tc gridSpan="4">
                  <a:txBody>
                    <a:bodyPr/>
                    <a:lstStyle/>
                    <a:p>
                      <a:pPr marL="0" marR="0" lvl="0" indent="0" algn="ctr"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i="0" u="none" strike="noStrike" cap="none" normalizeH="0" baseline="0" dirty="0">
                          <a:ln>
                            <a:noFill/>
                          </a:ln>
                          <a:solidFill>
                            <a:schemeClr val="tx1"/>
                          </a:solidFill>
                          <a:effectLst/>
                          <a:latin typeface="Aptos" panose="020B0004020202020204" pitchFamily="34" charset="0"/>
                        </a:rPr>
                        <a:t>Break</a:t>
                      </a: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3"/>
                  </a:ext>
                </a:extLst>
              </a:tr>
              <a:tr h="541020">
                <a:tc>
                  <a:txBody>
                    <a:bodyPr/>
                    <a:lstStyle/>
                    <a:p>
                      <a:pPr marL="0" marR="0" lvl="0" indent="0" algn="l"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u="none" strike="noStrike" cap="none" normalizeH="0" baseline="0" dirty="0">
                          <a:ln>
                            <a:noFill/>
                          </a:ln>
                          <a:solidFill>
                            <a:schemeClr val="tx1"/>
                          </a:solidFill>
                          <a:effectLst/>
                          <a:latin typeface="Aptos" panose="020B0004020202020204" pitchFamily="34" charset="0"/>
                        </a:rPr>
                        <a:t>Subject</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p>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endParaRPr kumimoji="0" lang="en-US" sz="1200" b="0" i="0" u="none" strike="noStrike" kern="1200" cap="none" spc="0" normalizeH="0" baseline="0" noProof="0" dirty="0">
                        <a:ln>
                          <a:noFill/>
                        </a:ln>
                        <a:solidFill>
                          <a:schemeClr val="tx1"/>
                        </a:solidFill>
                        <a:effectLst/>
                        <a:uLnTx/>
                        <a:uFillTx/>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pPr>
                      <a:r>
                        <a:rPr kumimoji="0" lang="en-US" sz="1200" u="none" strike="noStrike" kern="1200" cap="none" normalizeH="0" baseline="0" dirty="0">
                          <a:ln>
                            <a:noFill/>
                          </a:ln>
                          <a:solidFill>
                            <a:schemeClr val="tx1"/>
                          </a:solidFill>
                          <a:effectLst/>
                          <a:latin typeface="Aptos" panose="020B0004020202020204" pitchFamily="34" charset="0"/>
                        </a:rPr>
                        <a:t>Name</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defRPr/>
                      </a:pPr>
                      <a:r>
                        <a:rPr kumimoji="0" lang="en-US" sz="1200" u="none" strike="noStrike" kern="1200" cap="none" normalizeH="0" baseline="0" dirty="0">
                          <a:ln>
                            <a:noFill/>
                          </a:ln>
                          <a:solidFill>
                            <a:schemeClr val="tx1"/>
                          </a:solidFill>
                          <a:effectLst/>
                          <a:latin typeface="Aptos" panose="020B0004020202020204" pitchFamily="34" charset="0"/>
                        </a:rPr>
                        <a:t>0:00 a.m. – 0:00 a.m.</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22897">
                <a:tc gridSpan="4">
                  <a:txBody>
                    <a:bodyPr/>
                    <a:lstStyle/>
                    <a:p>
                      <a:pPr marL="0" marR="0" lvl="0" indent="0" algn="ctr"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i="0" u="none" strike="noStrike" cap="none" normalizeH="0" baseline="0" dirty="0">
                          <a:ln>
                            <a:noFill/>
                          </a:ln>
                          <a:solidFill>
                            <a:schemeClr val="tx1"/>
                          </a:solidFill>
                          <a:effectLst/>
                          <a:latin typeface="Aptos" panose="020B0004020202020204" pitchFamily="34" charset="0"/>
                        </a:rPr>
                        <a:t>Lunch</a:t>
                      </a: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GB"/>
                    </a:p>
                  </a:txBody>
                  <a:tcPr/>
                </a:tc>
                <a:extLst>
                  <a:ext uri="{0D108BD9-81ED-4DB2-BD59-A6C34878D82A}">
                    <a16:rowId xmlns:a16="http://schemas.microsoft.com/office/drawing/2014/main" val="10005"/>
                  </a:ext>
                </a:extLst>
              </a:tr>
              <a:tr h="541020">
                <a:tc>
                  <a:txBody>
                    <a:bodyPr/>
                    <a:lstStyle/>
                    <a:p>
                      <a:pPr marL="0" marR="0" lvl="0" indent="0" algn="l"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u="none" strike="noStrike" cap="none" normalizeH="0" baseline="0" dirty="0">
                          <a:ln>
                            <a:noFill/>
                          </a:ln>
                          <a:solidFill>
                            <a:schemeClr val="tx1"/>
                          </a:solidFill>
                          <a:effectLst/>
                          <a:latin typeface="Aptos" panose="020B0004020202020204" pitchFamily="34" charset="0"/>
                        </a:rPr>
                        <a:t>Subject</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p>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endParaRPr kumimoji="0" lang="en-US" sz="1200" b="0" i="0" u="none" strike="noStrike" kern="1200" cap="none" spc="0" normalizeH="0" baseline="0" noProof="0" dirty="0">
                        <a:ln>
                          <a:noFill/>
                        </a:ln>
                        <a:solidFill>
                          <a:schemeClr val="tx1"/>
                        </a:solidFill>
                        <a:effectLst/>
                        <a:uLnTx/>
                        <a:uFillTx/>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pPr>
                      <a:r>
                        <a:rPr kumimoji="0" lang="en-US" sz="1200" u="none" strike="noStrike" kern="1200" cap="none" normalizeH="0" baseline="0" dirty="0">
                          <a:ln>
                            <a:noFill/>
                          </a:ln>
                          <a:solidFill>
                            <a:schemeClr val="tx1"/>
                          </a:solidFill>
                          <a:effectLst/>
                          <a:latin typeface="Aptos" panose="020B0004020202020204" pitchFamily="34" charset="0"/>
                        </a:rPr>
                        <a:t>Name</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defRPr/>
                      </a:pPr>
                      <a:r>
                        <a:rPr kumimoji="0" lang="en-US" sz="1200" u="none" strike="noStrike" kern="1200" cap="none" normalizeH="0" baseline="0" dirty="0">
                          <a:ln>
                            <a:noFill/>
                          </a:ln>
                          <a:solidFill>
                            <a:schemeClr val="tx1"/>
                          </a:solidFill>
                          <a:effectLst/>
                          <a:latin typeface="Aptos" panose="020B0004020202020204" pitchFamily="34" charset="0"/>
                        </a:rPr>
                        <a:t>0:00 p.m. – 0:00 p.m.</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41020">
                <a:tc>
                  <a:txBody>
                    <a:bodyPr/>
                    <a:lstStyle/>
                    <a:p>
                      <a:pPr marL="0" marR="0" lvl="0" indent="0" algn="l" defTabSz="684213" rtl="0" eaLnBrk="0" fontAlgn="base" latinLnBrk="0" hangingPunct="0">
                        <a:lnSpc>
                          <a:spcPct val="100000"/>
                        </a:lnSpc>
                        <a:spcBef>
                          <a:spcPts val="300"/>
                        </a:spcBef>
                        <a:spcAft>
                          <a:spcPct val="0"/>
                        </a:spcAft>
                        <a:buClrTx/>
                        <a:buSzPct val="25000"/>
                        <a:buFont typeface="Wingdings" pitchFamily="2" charset="2"/>
                        <a:buNone/>
                        <a:tabLst/>
                      </a:pPr>
                      <a:r>
                        <a:rPr kumimoji="0" lang="en-US" sz="1200" b="0" u="none" strike="noStrike" cap="none" normalizeH="0" baseline="0" dirty="0">
                          <a:ln>
                            <a:noFill/>
                          </a:ln>
                          <a:solidFill>
                            <a:schemeClr val="tx1"/>
                          </a:solidFill>
                          <a:effectLst/>
                          <a:latin typeface="Aptos" panose="020B0004020202020204" pitchFamily="34" charset="0"/>
                        </a:rPr>
                        <a:t>Subject</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p>
                    <a:p>
                      <a:pPr marL="114300" marR="0" lvl="1" indent="-114300" algn="l" defTabSz="684213" rtl="0" eaLnBrk="0" fontAlgn="base" latinLnBrk="0" hangingPunct="0">
                        <a:lnSpc>
                          <a:spcPct val="100000"/>
                        </a:lnSpc>
                        <a:spcBef>
                          <a:spcPts val="300"/>
                        </a:spcBef>
                        <a:spcAft>
                          <a:spcPct val="0"/>
                        </a:spcAft>
                        <a:buClrTx/>
                        <a:buSzPct val="100000"/>
                        <a:buFont typeface="Arial"/>
                        <a:buChar char="•"/>
                        <a:tabLst/>
                        <a:defRPr/>
                      </a:pPr>
                      <a:r>
                        <a:rPr kumimoji="0" lang="en-US" sz="1200" u="none" strike="noStrike" kern="1200" cap="none" spc="0" normalizeH="0" baseline="0" noProof="0" dirty="0">
                          <a:ln>
                            <a:noFill/>
                          </a:ln>
                          <a:solidFill>
                            <a:schemeClr val="tx1"/>
                          </a:solidFill>
                          <a:effectLst/>
                          <a:uLnTx/>
                          <a:uFillTx/>
                          <a:latin typeface="Aptos" panose="020B0004020202020204" pitchFamily="34" charset="0"/>
                        </a:rPr>
                        <a:t>Bullet level 1</a:t>
                      </a:r>
                      <a:endParaRPr kumimoji="0" lang="en-US" sz="1200" b="0" i="0" u="none" strike="noStrike" kern="1200" cap="none" spc="0" normalizeH="0" baseline="0" noProof="0" dirty="0">
                        <a:ln>
                          <a:noFill/>
                        </a:ln>
                        <a:solidFill>
                          <a:schemeClr val="tx1"/>
                        </a:solidFill>
                        <a:effectLst/>
                        <a:uLnTx/>
                        <a:uFillTx/>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pPr>
                      <a:r>
                        <a:rPr kumimoji="0" lang="en-US" sz="1200" u="none" strike="noStrike" kern="1200" cap="none" normalizeH="0" baseline="0" dirty="0">
                          <a:ln>
                            <a:noFill/>
                          </a:ln>
                          <a:solidFill>
                            <a:schemeClr val="tx1"/>
                          </a:solidFill>
                          <a:effectLst/>
                          <a:latin typeface="Aptos" panose="020B0004020202020204" pitchFamily="34" charset="0"/>
                        </a:rPr>
                        <a:t>Name</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684213" rtl="0" eaLnBrk="0" fontAlgn="base" latinLnBrk="0" hangingPunct="0">
                        <a:lnSpc>
                          <a:spcPct val="100000"/>
                        </a:lnSpc>
                        <a:spcBef>
                          <a:spcPts val="300"/>
                        </a:spcBef>
                        <a:spcAft>
                          <a:spcPct val="0"/>
                        </a:spcAft>
                        <a:buClrTx/>
                        <a:buSzPct val="65000"/>
                        <a:buFont typeface="Wingdings"/>
                        <a:buNone/>
                        <a:tabLst/>
                        <a:defRPr/>
                      </a:pPr>
                      <a:r>
                        <a:rPr kumimoji="0" lang="en-US" sz="1200" u="none" strike="noStrike" kern="1200" cap="none" normalizeH="0" baseline="0" dirty="0">
                          <a:ln>
                            <a:noFill/>
                          </a:ln>
                          <a:solidFill>
                            <a:schemeClr val="tx1"/>
                          </a:solidFill>
                          <a:effectLst/>
                          <a:latin typeface="Aptos" panose="020B0004020202020204" pitchFamily="34" charset="0"/>
                        </a:rPr>
                        <a:t>0:00 p.m. – 0:00 p.m.</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5029149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2D69E30E-7AEB-F7C7-C07C-DBFD29D0EBDC}"/>
              </a:ext>
            </a:extLst>
          </p:cNvPr>
          <p:cNvSpPr>
            <a:spLocks noGrp="1"/>
          </p:cNvSpPr>
          <p:nvPr>
            <p:ph type="body" sz="quarter" idx="13"/>
          </p:nvPr>
        </p:nvSpPr>
        <p:spPr/>
        <p:txBody>
          <a:bodyPr/>
          <a:lstStyle/>
          <a:p>
            <a:r>
              <a:rPr lang="en-US" noProof="0" dirty="0"/>
              <a:t>Page subtitle</a:t>
            </a:r>
          </a:p>
        </p:txBody>
      </p:sp>
      <p:sp>
        <p:nvSpPr>
          <p:cNvPr id="27" name="Title 26">
            <a:extLst>
              <a:ext uri="{FF2B5EF4-FFF2-40B4-BE49-F238E27FC236}">
                <a16:creationId xmlns:a16="http://schemas.microsoft.com/office/drawing/2014/main" id="{A4F0DEA7-35DC-F282-27E9-46DB6253EC11}"/>
              </a:ext>
            </a:extLst>
          </p:cNvPr>
          <p:cNvSpPr>
            <a:spLocks noGrp="1"/>
          </p:cNvSpPr>
          <p:nvPr>
            <p:ph type="title"/>
          </p:nvPr>
        </p:nvSpPr>
        <p:spPr/>
        <p:txBody>
          <a:bodyPr/>
          <a:lstStyle/>
          <a:p>
            <a:r>
              <a:rPr lang="en-GB" dirty="0"/>
              <a:t>Page title</a:t>
            </a:r>
          </a:p>
        </p:txBody>
      </p:sp>
      <p:sp>
        <p:nvSpPr>
          <p:cNvPr id="28" name="Content Placeholder 27">
            <a:extLst>
              <a:ext uri="{FF2B5EF4-FFF2-40B4-BE49-F238E27FC236}">
                <a16:creationId xmlns:a16="http://schemas.microsoft.com/office/drawing/2014/main" id="{775F1D56-1AAC-BEE2-2828-C592C4D182BC}"/>
              </a:ext>
            </a:extLst>
          </p:cNvPr>
          <p:cNvSpPr>
            <a:spLocks noGrp="1"/>
          </p:cNvSpPr>
          <p:nvPr>
            <p:ph sz="quarter" idx="10"/>
          </p:nvPr>
        </p:nvSpPr>
        <p:spPr/>
        <p:txBody>
          <a:bodyPr/>
          <a:lstStyle/>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endParaRPr lang="en-US" dirty="0"/>
          </a:p>
          <a:p>
            <a:endParaRPr lang="en-US" dirty="0"/>
          </a:p>
          <a:p>
            <a:endParaRPr lang="en-GB" dirty="0"/>
          </a:p>
        </p:txBody>
      </p:sp>
      <p:sp>
        <p:nvSpPr>
          <p:cNvPr id="30" name="Content Placeholder 29">
            <a:extLst>
              <a:ext uri="{FF2B5EF4-FFF2-40B4-BE49-F238E27FC236}">
                <a16:creationId xmlns:a16="http://schemas.microsoft.com/office/drawing/2014/main" id="{388E2728-702E-2019-316F-15B3240C9C17}"/>
              </a:ext>
            </a:extLst>
          </p:cNvPr>
          <p:cNvSpPr>
            <a:spLocks noGrp="1"/>
          </p:cNvSpPr>
          <p:nvPr>
            <p:ph sz="quarter" idx="20"/>
          </p:nvPr>
        </p:nvSpPr>
        <p:spPr/>
        <p:txBody>
          <a:bodyPr/>
          <a:lstStyle/>
          <a:p>
            <a:r>
              <a:rPr lang="en-US" sz="2000" dirty="0">
                <a:solidFill>
                  <a:schemeClr val="accent3"/>
                </a:solidFill>
              </a:rPr>
              <a:t>This is dummy text it is not here to be read it is here to show how this document will look.</a:t>
            </a:r>
          </a:p>
        </p:txBody>
      </p:sp>
    </p:spTree>
    <p:extLst>
      <p:ext uri="{BB962C8B-B14F-4D97-AF65-F5344CB8AC3E}">
        <p14:creationId xmlns:p14="http://schemas.microsoft.com/office/powerpoint/2010/main" val="184151583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r>
              <a:rPr lang="en-US" noProof="0" dirty="0"/>
              <a:t>Page subtitle</a:t>
            </a:r>
          </a:p>
        </p:txBody>
      </p:sp>
      <p:sp>
        <p:nvSpPr>
          <p:cNvPr id="2" name="Title 1"/>
          <p:cNvSpPr>
            <a:spLocks noGrp="1"/>
          </p:cNvSpPr>
          <p:nvPr>
            <p:ph type="title"/>
          </p:nvPr>
        </p:nvSpPr>
        <p:spPr/>
        <p:txBody>
          <a:bodyPr/>
          <a:lstStyle/>
          <a:p>
            <a:r>
              <a:rPr lang="en-US" noProof="0" dirty="0"/>
              <a:t>Page title</a:t>
            </a:r>
          </a:p>
        </p:txBody>
      </p:sp>
      <p:sp>
        <p:nvSpPr>
          <p:cNvPr id="5" name="Content Placeholder 4"/>
          <p:cNvSpPr>
            <a:spLocks noGrp="1"/>
          </p:cNvSpPr>
          <p:nvPr>
            <p:ph sz="quarter" idx="10"/>
          </p:nvPr>
        </p:nvSpPr>
        <p:spPr/>
        <p:txBody>
          <a:bodyPr/>
          <a:lstStyle/>
          <a:p>
            <a:pPr lvl="0"/>
            <a:r>
              <a:rPr lang="en-US" noProof="0" dirty="0"/>
              <a:t>There are five predefined text levels in the main text area on a standard slide. However, text can be customized using different formatting or type sizes, depending on the needs of the document.</a:t>
            </a:r>
          </a:p>
          <a:p>
            <a:pPr lvl="0"/>
            <a:endParaRPr lang="en-US" noProof="0"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0"/>
            <a:endParaRPr lang="en-US" noProof="0" dirty="0"/>
          </a:p>
        </p:txBody>
      </p:sp>
      <p:sp>
        <p:nvSpPr>
          <p:cNvPr id="11" name="Content Placeholder 10">
            <a:extLst>
              <a:ext uri="{FF2B5EF4-FFF2-40B4-BE49-F238E27FC236}">
                <a16:creationId xmlns:a16="http://schemas.microsoft.com/office/drawing/2014/main" id="{6B4B4379-4B70-2572-E5B7-9F828DBCB614}"/>
              </a:ext>
            </a:extLst>
          </p:cNvPr>
          <p:cNvSpPr>
            <a:spLocks noGrp="1"/>
          </p:cNvSpPr>
          <p:nvPr>
            <p:ph sz="quarter" idx="20"/>
          </p:nvPr>
        </p:nvSpPr>
        <p:spPr/>
        <p:txBody>
          <a:bodyPr/>
          <a:lstStyle/>
          <a:p>
            <a:pPr lvl="0"/>
            <a:r>
              <a:rPr lang="en-US" noProof="0" dirty="0"/>
              <a:t>There are five predefined text levels in the main text area on a standard slide. However, text can be customized using different formatting or type sizes, depending on the needs of the document.</a:t>
            </a:r>
          </a:p>
          <a:p>
            <a:pPr lvl="0"/>
            <a:endParaRPr lang="en-US" noProof="0"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1885523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 Placeholder 24"/>
          <p:cNvSpPr>
            <a:spLocks noGrp="1"/>
          </p:cNvSpPr>
          <p:nvPr>
            <p:ph type="body" sz="quarter" idx="13"/>
          </p:nvPr>
        </p:nvSpPr>
        <p:spPr/>
        <p:txBody>
          <a:bodyPr/>
          <a:lstStyle/>
          <a:p>
            <a:r>
              <a:rPr lang="en-US" noProof="0" dirty="0"/>
              <a:t>Page subtitle</a:t>
            </a:r>
          </a:p>
        </p:txBody>
      </p:sp>
      <p:sp>
        <p:nvSpPr>
          <p:cNvPr id="2" name="Title 1"/>
          <p:cNvSpPr>
            <a:spLocks noGrp="1"/>
          </p:cNvSpPr>
          <p:nvPr>
            <p:ph type="title"/>
          </p:nvPr>
        </p:nvSpPr>
        <p:spPr/>
        <p:txBody>
          <a:bodyPr/>
          <a:lstStyle/>
          <a:p>
            <a:r>
              <a:rPr lang="en-US" noProof="0" dirty="0"/>
              <a:t>Page title</a:t>
            </a:r>
          </a:p>
        </p:txBody>
      </p:sp>
      <p:sp>
        <p:nvSpPr>
          <p:cNvPr id="3" name="Content Placeholder 2">
            <a:extLst>
              <a:ext uri="{FF2B5EF4-FFF2-40B4-BE49-F238E27FC236}">
                <a16:creationId xmlns:a16="http://schemas.microsoft.com/office/drawing/2014/main" id="{A49058E7-F2E0-A6EC-877C-C38D7B67DFEE}"/>
              </a:ext>
            </a:extLst>
          </p:cNvPr>
          <p:cNvSpPr>
            <a:spLocks noGrp="1"/>
          </p:cNvSpPr>
          <p:nvPr>
            <p:ph sz="quarter" idx="10"/>
          </p:nvPr>
        </p:nvSpPr>
        <p:spPr/>
        <p:txBody>
          <a:bodyPr/>
          <a:lstStyle/>
          <a:p>
            <a:r>
              <a:rPr lang="en-US" b="1" dirty="0"/>
              <a:t>Title Bold: </a:t>
            </a:r>
            <a:r>
              <a:rPr lang="en-US" dirty="0"/>
              <a:t>this is dummy text it is not here to be read it is here to show how this document will look.</a:t>
            </a:r>
            <a:br>
              <a:rPr lang="en-US" dirty="0"/>
            </a:br>
            <a:endParaRPr lang="en-US" dirty="0"/>
          </a:p>
          <a:p>
            <a:r>
              <a:rPr lang="en-US" b="1" dirty="0"/>
              <a:t>Title Bold: </a:t>
            </a:r>
            <a:r>
              <a:rPr lang="en-US" dirty="0"/>
              <a:t>this is dummy text it is not here to be read it is here to show how this document will look.</a:t>
            </a:r>
          </a:p>
          <a:p>
            <a:br>
              <a:rPr lang="en-US" dirty="0"/>
            </a:br>
            <a:r>
              <a:rPr lang="en-US" b="1" dirty="0"/>
              <a:t>Title Bold: </a:t>
            </a:r>
            <a:r>
              <a:rPr lang="en-US" dirty="0"/>
              <a:t>this is dummy text it is not here to be read it is here to show how this document will look.</a:t>
            </a:r>
          </a:p>
          <a:p>
            <a:endParaRPr lang="en-US" dirty="0"/>
          </a:p>
        </p:txBody>
      </p:sp>
      <p:pic>
        <p:nvPicPr>
          <p:cNvPr id="6" name="Content Placeholder 5">
            <a:extLst>
              <a:ext uri="{FF2B5EF4-FFF2-40B4-BE49-F238E27FC236}">
                <a16:creationId xmlns:a16="http://schemas.microsoft.com/office/drawing/2014/main" id="{781E515B-4BF8-21B8-E14C-3F78568563DB}"/>
              </a:ext>
            </a:extLst>
          </p:cNvPr>
          <p:cNvPicPr>
            <a:picLocks noGrp="1" noChangeAspect="1"/>
          </p:cNvPicPr>
          <p:nvPr>
            <p:ph sz="quarter" idx="20"/>
          </p:nvPr>
        </p:nvPicPr>
        <p:blipFill rotWithShape="1">
          <a:blip r:embed="rId3"/>
          <a:srcRect t="3713" b="2991"/>
          <a:stretch/>
        </p:blipFill>
        <p:spPr>
          <a:xfrm>
            <a:off x="5867400" y="1676399"/>
            <a:ext cx="5023104" cy="4686301"/>
          </a:xfrm>
        </p:spPr>
      </p:pic>
      <p:sp>
        <p:nvSpPr>
          <p:cNvPr id="5" name="Rectangle 4">
            <a:extLst>
              <a:ext uri="{FF2B5EF4-FFF2-40B4-BE49-F238E27FC236}">
                <a16:creationId xmlns:a16="http://schemas.microsoft.com/office/drawing/2014/main" id="{D4C55E8E-E1A1-CB7A-2942-23878F583EDF}"/>
              </a:ext>
            </a:extLst>
          </p:cNvPr>
          <p:cNvSpPr>
            <a:spLocks noChangeArrowheads="1"/>
          </p:cNvSpPr>
          <p:nvPr/>
        </p:nvSpPr>
        <p:spPr bwMode="gray">
          <a:xfrm>
            <a:off x="10325100" y="3359751"/>
            <a:ext cx="1866900" cy="1810752"/>
          </a:xfrm>
          <a:prstGeom prst="rect">
            <a:avLst/>
          </a:prstGeom>
          <a:solidFill>
            <a:srgbClr val="DA291C"/>
          </a:solidFill>
          <a:ln w="12700" algn="ctr">
            <a:noFill/>
            <a:miter lim="800000"/>
            <a:headEnd/>
            <a:tailEnd/>
          </a:ln>
          <a:effectLst/>
        </p:spPr>
        <p:txBody>
          <a:bodyPr wrap="square" lIns="91440" tIns="91440" rIns="91440" bIns="91440" anchor="ctr">
            <a:spAutoFit/>
          </a:bodyPr>
          <a:ls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a:lstStyle>
          <a:p>
            <a:pPr algn="l">
              <a:spcBef>
                <a:spcPts val="400"/>
              </a:spcBef>
              <a:spcAft>
                <a:spcPts val="400"/>
              </a:spcAft>
            </a:pPr>
            <a:r>
              <a:rPr lang="en-US" sz="900" b="0" dirty="0">
                <a:solidFill>
                  <a:schemeClr val="bg1"/>
                </a:solidFill>
                <a:latin typeface="Aptos" panose="020B0004020202020204" pitchFamily="34" charset="0"/>
                <a:ea typeface="MS PGothic"/>
                <a:cs typeface="Calibri Light" panose="020F0302020204030204" pitchFamily="34" charset="0"/>
              </a:rPr>
              <a:t>Image for illustrative purposes only.</a:t>
            </a:r>
          </a:p>
          <a:p>
            <a:pPr algn="l">
              <a:spcBef>
                <a:spcPts val="400"/>
              </a:spcBef>
              <a:spcAft>
                <a:spcPts val="400"/>
              </a:spcAft>
            </a:pPr>
            <a:r>
              <a:rPr lang="en-US" sz="900" b="0" dirty="0">
                <a:solidFill>
                  <a:schemeClr val="bg1"/>
                </a:solidFill>
                <a:latin typeface="Aptos" panose="020B0004020202020204" pitchFamily="34" charset="0"/>
                <a:cs typeface="Calibri Light" panose="020F0302020204030204" pitchFamily="34" charset="0"/>
              </a:rPr>
              <a:t>To change the secondary images, select the image, ‘right click’, and select Change Picture. Browse to a new image and ‘click’ Insert. To resize or crop the image, select the image, go to Picture Format &gt; Crop and crop to fit or hold the shift key down and use the corner anchors to resize.</a:t>
            </a:r>
          </a:p>
        </p:txBody>
      </p:sp>
    </p:spTree>
    <p:extLst>
      <p:ext uri="{BB962C8B-B14F-4D97-AF65-F5344CB8AC3E}">
        <p14:creationId xmlns:p14="http://schemas.microsoft.com/office/powerpoint/2010/main" val="423184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pPr>
              <a:lnSpc>
                <a:spcPct val="100000"/>
              </a:lnSpc>
            </a:pPr>
            <a:r>
              <a:rPr lang="en-US" noProof="0" dirty="0"/>
              <a:t>Section heading</a:t>
            </a:r>
          </a:p>
        </p:txBody>
      </p:sp>
      <p:sp>
        <p:nvSpPr>
          <p:cNvPr id="2" name="Text Placeholder 1"/>
          <p:cNvSpPr>
            <a:spLocks noGrp="1"/>
          </p:cNvSpPr>
          <p:nvPr>
            <p:ph type="body" idx="1"/>
          </p:nvPr>
        </p:nvSpPr>
        <p:spPr/>
        <p:txBody>
          <a:bodyPr/>
          <a:lstStyle/>
          <a:p>
            <a:r>
              <a:rPr lang="en-US" noProof="0" dirty="0"/>
              <a:t>Section subheading</a:t>
            </a:r>
          </a:p>
        </p:txBody>
      </p:sp>
    </p:spTree>
    <p:extLst>
      <p:ext uri="{BB962C8B-B14F-4D97-AF65-F5344CB8AC3E}">
        <p14:creationId xmlns:p14="http://schemas.microsoft.com/office/powerpoint/2010/main" val="16040049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noProof="0" dirty="0"/>
              <a:t>Section heading</a:t>
            </a:r>
          </a:p>
        </p:txBody>
      </p:sp>
      <p:sp>
        <p:nvSpPr>
          <p:cNvPr id="2" name="Text Placeholder 1"/>
          <p:cNvSpPr>
            <a:spLocks noGrp="1"/>
          </p:cNvSpPr>
          <p:nvPr>
            <p:ph type="body" idx="1"/>
          </p:nvPr>
        </p:nvSpPr>
        <p:spPr/>
        <p:txBody>
          <a:bodyPr/>
          <a:lstStyle/>
          <a:p>
            <a:r>
              <a:rPr lang="en-US" noProof="0" dirty="0"/>
              <a:t>Section subheading</a:t>
            </a:r>
          </a:p>
        </p:txBody>
      </p:sp>
    </p:spTree>
    <p:extLst>
      <p:ext uri="{BB962C8B-B14F-4D97-AF65-F5344CB8AC3E}">
        <p14:creationId xmlns:p14="http://schemas.microsoft.com/office/powerpoint/2010/main" val="315270572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noProof="0" dirty="0"/>
              <a:t>Section heading</a:t>
            </a:r>
          </a:p>
        </p:txBody>
      </p:sp>
      <p:sp>
        <p:nvSpPr>
          <p:cNvPr id="2" name="Text Placeholder 1"/>
          <p:cNvSpPr>
            <a:spLocks noGrp="1"/>
          </p:cNvSpPr>
          <p:nvPr>
            <p:ph type="body" idx="1"/>
          </p:nvPr>
        </p:nvSpPr>
        <p:spPr/>
        <p:txBody>
          <a:bodyPr/>
          <a:lstStyle/>
          <a:p>
            <a:r>
              <a:rPr lang="en-US" noProof="0" dirty="0"/>
              <a:t>Section subheading</a:t>
            </a:r>
          </a:p>
        </p:txBody>
      </p:sp>
    </p:spTree>
    <p:extLst>
      <p:ext uri="{BB962C8B-B14F-4D97-AF65-F5344CB8AC3E}">
        <p14:creationId xmlns:p14="http://schemas.microsoft.com/office/powerpoint/2010/main" val="327230586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noProof="0" dirty="0"/>
              <a:t>Section heading</a:t>
            </a:r>
          </a:p>
        </p:txBody>
      </p:sp>
      <p:sp>
        <p:nvSpPr>
          <p:cNvPr id="2" name="Text Placeholder 1"/>
          <p:cNvSpPr>
            <a:spLocks noGrp="1"/>
          </p:cNvSpPr>
          <p:nvPr>
            <p:ph type="body" idx="1"/>
          </p:nvPr>
        </p:nvSpPr>
        <p:spPr/>
        <p:txBody>
          <a:bodyPr/>
          <a:lstStyle/>
          <a:p>
            <a:r>
              <a:rPr lang="en-US" noProof="0" dirty="0"/>
              <a:t>Section subheading</a:t>
            </a:r>
          </a:p>
        </p:txBody>
      </p:sp>
    </p:spTree>
    <p:extLst>
      <p:ext uri="{BB962C8B-B14F-4D97-AF65-F5344CB8AC3E}">
        <p14:creationId xmlns:p14="http://schemas.microsoft.com/office/powerpoint/2010/main" val="408246761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noProof="0" dirty="0"/>
              <a:t>Section heading</a:t>
            </a:r>
          </a:p>
        </p:txBody>
      </p:sp>
      <p:sp>
        <p:nvSpPr>
          <p:cNvPr id="2" name="Text Placeholder 1"/>
          <p:cNvSpPr>
            <a:spLocks noGrp="1"/>
          </p:cNvSpPr>
          <p:nvPr>
            <p:ph type="body" idx="1"/>
          </p:nvPr>
        </p:nvSpPr>
        <p:spPr/>
        <p:txBody>
          <a:bodyPr/>
          <a:lstStyle/>
          <a:p>
            <a:r>
              <a:rPr lang="en-US" noProof="0" dirty="0"/>
              <a:t>Section subheading</a:t>
            </a:r>
          </a:p>
        </p:txBody>
      </p:sp>
    </p:spTree>
    <p:extLst>
      <p:ext uri="{BB962C8B-B14F-4D97-AF65-F5344CB8AC3E}">
        <p14:creationId xmlns:p14="http://schemas.microsoft.com/office/powerpoint/2010/main" val="96821542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E7503DB8-42AF-CA56-4DC4-B14805FB1CEF}"/>
              </a:ext>
            </a:extLst>
          </p:cNvPr>
          <p:cNvPicPr>
            <a:picLocks noGrp="1" noChangeAspect="1"/>
          </p:cNvPicPr>
          <p:nvPr>
            <p:ph type="pic" sz="quarter" idx="11"/>
          </p:nvPr>
        </p:nvPicPr>
        <p:blipFill>
          <a:blip r:embed="rId3"/>
          <a:srcRect t="7537" b="7537"/>
          <a:stretch/>
        </p:blipFill>
        <p:spPr/>
      </p:pic>
      <p:sp>
        <p:nvSpPr>
          <p:cNvPr id="2" name="Text Placeholder 1"/>
          <p:cNvSpPr>
            <a:spLocks noGrp="1"/>
          </p:cNvSpPr>
          <p:nvPr>
            <p:ph type="body" sz="quarter" idx="12"/>
          </p:nvPr>
        </p:nvSpPr>
        <p:spPr/>
        <p:txBody>
          <a:bodyPr/>
          <a:lstStyle/>
          <a:p>
            <a:r>
              <a:rPr lang="en-US" noProof="0" dirty="0"/>
              <a:t>Section subheading</a:t>
            </a:r>
          </a:p>
        </p:txBody>
      </p:sp>
      <p:sp>
        <p:nvSpPr>
          <p:cNvPr id="10" name="Text Placeholder 9">
            <a:extLst>
              <a:ext uri="{FF2B5EF4-FFF2-40B4-BE49-F238E27FC236}">
                <a16:creationId xmlns:a16="http://schemas.microsoft.com/office/drawing/2014/main" id="{42C98458-8BD1-C183-5AF6-A7E377EDBFC1}"/>
              </a:ext>
            </a:extLst>
          </p:cNvPr>
          <p:cNvSpPr>
            <a:spLocks noGrp="1"/>
          </p:cNvSpPr>
          <p:nvPr>
            <p:ph type="body" sz="quarter" idx="13"/>
          </p:nvPr>
        </p:nvSpPr>
        <p:spPr/>
        <p:txBody>
          <a:bodyPr/>
          <a:lstStyle/>
          <a:p>
            <a:endParaRPr lang="en-US"/>
          </a:p>
        </p:txBody>
      </p:sp>
      <p:sp>
        <p:nvSpPr>
          <p:cNvPr id="3" name="Oval 2">
            <a:extLst>
              <a:ext uri="{FF2B5EF4-FFF2-40B4-BE49-F238E27FC236}">
                <a16:creationId xmlns:a16="http://schemas.microsoft.com/office/drawing/2014/main" id="{9BD9046E-8DAB-BE39-381F-FDEFF055BAA2}"/>
              </a:ext>
            </a:extLst>
          </p:cNvPr>
          <p:cNvSpPr/>
          <p:nvPr/>
        </p:nvSpPr>
        <p:spPr bwMode="gray">
          <a:xfrm>
            <a:off x="11311061" y="376278"/>
            <a:ext cx="432000" cy="432000"/>
          </a:xfrm>
          <a:prstGeom prst="ellipse">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00" b="1" dirty="0">
              <a:solidFill>
                <a:schemeClr val="bg1"/>
              </a:solidFill>
              <a:latin typeface="Aptos" panose="020B0004020202020204" pitchFamily="34" charset="0"/>
              <a:cs typeface="Aparajita" panose="020B0502040204020203" pitchFamily="18" charset="0"/>
            </a:endParaRPr>
          </a:p>
        </p:txBody>
      </p:sp>
      <p:sp>
        <p:nvSpPr>
          <p:cNvPr id="4" name="Oval 3">
            <a:extLst>
              <a:ext uri="{FF2B5EF4-FFF2-40B4-BE49-F238E27FC236}">
                <a16:creationId xmlns:a16="http://schemas.microsoft.com/office/drawing/2014/main" id="{B7599013-D397-3B1B-35F5-16D433BBBDEF}"/>
              </a:ext>
            </a:extLst>
          </p:cNvPr>
          <p:cNvSpPr/>
          <p:nvPr/>
        </p:nvSpPr>
        <p:spPr bwMode="gray">
          <a:xfrm>
            <a:off x="11280775" y="946086"/>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ru-RU" sz="1400" dirty="0">
                <a:solidFill>
                  <a:schemeClr val="bg1"/>
                </a:solidFill>
                <a:latin typeface="Aptos" panose="020B0004020202020204" pitchFamily="34" charset="0"/>
                <a:cs typeface="Aparajita" panose="020B0502040204020203" pitchFamily="18" charset="0"/>
              </a:rPr>
              <a:t>01</a:t>
            </a:r>
            <a:endParaRPr lang="en-GB" sz="1400" dirty="0">
              <a:solidFill>
                <a:schemeClr val="bg1"/>
              </a:solidFill>
              <a:latin typeface="Aptos" panose="020B0004020202020204" pitchFamily="34" charset="0"/>
              <a:cs typeface="Aparajita" panose="020B0502040204020203" pitchFamily="18" charset="0"/>
            </a:endParaRPr>
          </a:p>
        </p:txBody>
      </p:sp>
      <p:sp>
        <p:nvSpPr>
          <p:cNvPr id="5" name="Oval 4">
            <a:hlinkClick r:id="rId4" action="ppaction://hlinksldjump"/>
            <a:extLst>
              <a:ext uri="{FF2B5EF4-FFF2-40B4-BE49-F238E27FC236}">
                <a16:creationId xmlns:a16="http://schemas.microsoft.com/office/drawing/2014/main" id="{572A05C7-2732-E412-4CD3-65D80178B17C}"/>
              </a:ext>
            </a:extLst>
          </p:cNvPr>
          <p:cNvSpPr/>
          <p:nvPr/>
        </p:nvSpPr>
        <p:spPr bwMode="gray">
          <a:xfrm>
            <a:off x="11280775" y="1537893"/>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02</a:t>
            </a:r>
            <a:endParaRPr lang="en-GB" sz="1400" dirty="0">
              <a:solidFill>
                <a:schemeClr val="bg1"/>
              </a:solidFill>
              <a:latin typeface="Aptos" panose="020B0004020202020204" pitchFamily="34" charset="0"/>
              <a:cs typeface="Aparajita" panose="020B0502040204020203" pitchFamily="18" charset="0"/>
            </a:endParaRPr>
          </a:p>
        </p:txBody>
      </p:sp>
      <p:sp>
        <p:nvSpPr>
          <p:cNvPr id="7" name="Oval 6">
            <a:hlinkClick r:id="rId4" action="ppaction://hlinksldjump"/>
            <a:extLst>
              <a:ext uri="{FF2B5EF4-FFF2-40B4-BE49-F238E27FC236}">
                <a16:creationId xmlns:a16="http://schemas.microsoft.com/office/drawing/2014/main" id="{C38F8421-83DA-D7AD-B152-77FEEF6A5B77}"/>
              </a:ext>
            </a:extLst>
          </p:cNvPr>
          <p:cNvSpPr/>
          <p:nvPr/>
        </p:nvSpPr>
        <p:spPr bwMode="gray">
          <a:xfrm>
            <a:off x="11280775" y="2129701"/>
            <a:ext cx="462286" cy="462286"/>
          </a:xfrm>
          <a:prstGeom prst="ellipse">
            <a:avLst/>
          </a:prstGeom>
          <a:solidFill>
            <a:schemeClr val="tx1"/>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03</a:t>
            </a:r>
            <a:endParaRPr lang="en-GB" sz="1400" dirty="0">
              <a:solidFill>
                <a:schemeClr val="bg1"/>
              </a:solidFill>
              <a:latin typeface="Aptos" panose="020B0004020202020204" pitchFamily="34" charset="0"/>
              <a:cs typeface="Aparajita" panose="020B0502040204020203" pitchFamily="18" charset="0"/>
            </a:endParaRPr>
          </a:p>
        </p:txBody>
      </p:sp>
      <p:sp>
        <p:nvSpPr>
          <p:cNvPr id="8" name="Oval 7">
            <a:hlinkClick r:id="rId4" action="ppaction://hlinksldjump"/>
            <a:extLst>
              <a:ext uri="{FF2B5EF4-FFF2-40B4-BE49-F238E27FC236}">
                <a16:creationId xmlns:a16="http://schemas.microsoft.com/office/drawing/2014/main" id="{762155DE-56C8-2379-6863-35E1E20CBB07}"/>
              </a:ext>
            </a:extLst>
          </p:cNvPr>
          <p:cNvSpPr/>
          <p:nvPr/>
        </p:nvSpPr>
        <p:spPr bwMode="gray">
          <a:xfrm>
            <a:off x="11280775" y="2721509"/>
            <a:ext cx="462286" cy="462286"/>
          </a:xfrm>
          <a:prstGeom prst="ellipse">
            <a:avLst/>
          </a:prstGeom>
          <a:solidFill>
            <a:schemeClr val="bg1">
              <a:lumMod val="75000"/>
            </a:schemeClr>
          </a:solidFill>
          <a:ln w="19050" algn="ctr">
            <a:noFill/>
            <a:miter lim="800000"/>
            <a:headEnd/>
            <a:tailEnd/>
          </a:ln>
        </p:spPr>
        <p:txBody>
          <a:bodyPr wrap="square" lIns="0" tIns="0" rIns="0" bIns="0" rtlCol="0" anchor="ctr"/>
          <a:lstStyle/>
          <a:p>
            <a:pPr algn="ctr">
              <a:lnSpc>
                <a:spcPct val="106000"/>
              </a:lnSpc>
            </a:pPr>
            <a:r>
              <a:rPr lang="nl-BE" sz="1400" dirty="0">
                <a:solidFill>
                  <a:schemeClr val="bg1"/>
                </a:solidFill>
                <a:latin typeface="Aptos" panose="020B0004020202020204" pitchFamily="34" charset="0"/>
                <a:cs typeface="Aparajita" panose="020B0502040204020203" pitchFamily="18" charset="0"/>
              </a:rPr>
              <a:t>04</a:t>
            </a:r>
            <a:endParaRPr lang="en-GB" sz="1400" dirty="0">
              <a:solidFill>
                <a:schemeClr val="bg1"/>
              </a:solidFill>
              <a:latin typeface="Aptos" panose="020B0004020202020204" pitchFamily="34" charset="0"/>
              <a:cs typeface="Aparajita" panose="020B0502040204020203" pitchFamily="18" charset="0"/>
            </a:endParaRPr>
          </a:p>
        </p:txBody>
      </p:sp>
      <p:sp>
        <p:nvSpPr>
          <p:cNvPr id="9" name="Freeform 337">
            <a:hlinkClick r:id="rId5" action="ppaction://hlinksldjump"/>
            <a:extLst>
              <a:ext uri="{FF2B5EF4-FFF2-40B4-BE49-F238E27FC236}">
                <a16:creationId xmlns:a16="http://schemas.microsoft.com/office/drawing/2014/main" id="{106C15BC-C075-9110-7F6E-4ECC904C20E1}"/>
              </a:ext>
            </a:extLst>
          </p:cNvPr>
          <p:cNvSpPr>
            <a:spLocks noChangeAspect="1" noEditPoints="1"/>
          </p:cNvSpPr>
          <p:nvPr/>
        </p:nvSpPr>
        <p:spPr bwMode="auto">
          <a:xfrm>
            <a:off x="11294487" y="367991"/>
            <a:ext cx="448574" cy="448574"/>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GB" sz="1400">
              <a:latin typeface="Aptos" panose="020B0004020202020204" pitchFamily="34" charset="0"/>
              <a:cs typeface="Aparajita" panose="020B0502040204020203" pitchFamily="18" charset="0"/>
            </a:endParaRPr>
          </a:p>
        </p:txBody>
      </p:sp>
    </p:spTree>
    <p:extLst>
      <p:ext uri="{BB962C8B-B14F-4D97-AF65-F5344CB8AC3E}">
        <p14:creationId xmlns:p14="http://schemas.microsoft.com/office/powerpoint/2010/main" val="279073739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D1B10714-5D23-25D4-696D-ED6579BF59A6}"/>
              </a:ext>
            </a:extLst>
          </p:cNvPr>
          <p:cNvSpPr txBox="1">
            <a:spLocks/>
          </p:cNvSpPr>
          <p:nvPr/>
        </p:nvSpPr>
        <p:spPr>
          <a:xfrm>
            <a:off x="457200" y="1682496"/>
            <a:ext cx="10433304" cy="4643628"/>
          </a:xfrm>
          <a:prstGeom prst="rect">
            <a:avLst/>
          </a:prstGeom>
        </p:spPr>
        <p:txBody>
          <a:bodyPr lIns="0" tIns="0" rIns="0" bIns="0">
            <a:no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r>
              <a:rPr lang="en-US" sz="3600" dirty="0">
                <a:latin typeface="Aptos" panose="020B0004020202020204" pitchFamily="34" charset="0"/>
              </a:rPr>
              <a:t>Key statement slide this text is not here to be read </a:t>
            </a:r>
            <a:r>
              <a:rPr lang="en-US" sz="3600" dirty="0">
                <a:solidFill>
                  <a:schemeClr val="accent3"/>
                </a:solidFill>
                <a:latin typeface="Aptos" panose="020B0004020202020204" pitchFamily="34" charset="0"/>
              </a:rPr>
              <a:t>highlight key text in another color</a:t>
            </a:r>
            <a:r>
              <a:rPr lang="ru-RU" sz="3600" i="1" dirty="0">
                <a:solidFill>
                  <a:schemeClr val="accent3"/>
                </a:solidFill>
                <a:latin typeface="Aptos" panose="020B0004020202020204" pitchFamily="34" charset="0"/>
              </a:rPr>
              <a:t> </a:t>
            </a:r>
            <a:r>
              <a:rPr lang="en-US" sz="3600" dirty="0">
                <a:latin typeface="Aptos" panose="020B0004020202020204" pitchFamily="34" charset="0"/>
              </a:rPr>
              <a:t>this text is not here to be read it is here to show how this document will look when filled with real text </a:t>
            </a:r>
          </a:p>
        </p:txBody>
      </p:sp>
    </p:spTree>
    <p:extLst>
      <p:ext uri="{BB962C8B-B14F-4D97-AF65-F5344CB8AC3E}">
        <p14:creationId xmlns:p14="http://schemas.microsoft.com/office/powerpoint/2010/main" val="100735914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Text and chart slide</a:t>
            </a:r>
            <a:endParaRPr lang="en-GB" dirty="0"/>
          </a:p>
        </p:txBody>
      </p:sp>
      <p:sp>
        <p:nvSpPr>
          <p:cNvPr id="2" name="Content Placeholder 1">
            <a:extLst>
              <a:ext uri="{FF2B5EF4-FFF2-40B4-BE49-F238E27FC236}">
                <a16:creationId xmlns:a16="http://schemas.microsoft.com/office/drawing/2014/main" id="{DE634D82-282D-1DEB-3748-6E31950B3D28}"/>
              </a:ext>
            </a:extLst>
          </p:cNvPr>
          <p:cNvSpPr>
            <a:spLocks noGrp="1"/>
          </p:cNvSpPr>
          <p:nvPr>
            <p:ph sz="quarter" idx="10"/>
          </p:nvPr>
        </p:nvSpPr>
        <p:spPr/>
        <p:txBody>
          <a:bodyPr/>
          <a:lstStyle/>
          <a:p>
            <a:pPr lvl="0"/>
            <a:r>
              <a:rPr lang="en-US" noProof="0" dirty="0"/>
              <a:t>There are five predefined text levels in the main text area on a standard slide. However, text can be customized using different formatting or type sizes, depending on the needs of the document.</a:t>
            </a:r>
          </a:p>
          <a:p>
            <a:pPr lvl="0"/>
            <a:endParaRPr lang="en-US" noProof="0"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4">
            <a:extLst>
              <a:ext uri="{FF2B5EF4-FFF2-40B4-BE49-F238E27FC236}">
                <a16:creationId xmlns:a16="http://schemas.microsoft.com/office/drawing/2014/main" id="{9BB9D80F-5B56-2311-3C15-9A9D4A97B83E}"/>
              </a:ext>
            </a:extLst>
          </p:cNvPr>
          <p:cNvSpPr>
            <a:spLocks noGrp="1"/>
          </p:cNvSpPr>
          <p:nvPr>
            <p:ph sz="quarter" idx="20"/>
          </p:nvPr>
        </p:nvSpPr>
        <p:spPr/>
        <p:txBody>
          <a:bodyPr/>
          <a:lstStyle/>
          <a:p>
            <a:r>
              <a:rPr lang="en-GB" dirty="0"/>
              <a:t>Chart title</a:t>
            </a:r>
          </a:p>
        </p:txBody>
      </p:sp>
      <p:graphicFrame>
        <p:nvGraphicFramePr>
          <p:cNvPr id="13" name="Chart Placeholder 36">
            <a:extLst>
              <a:ext uri="{FF2B5EF4-FFF2-40B4-BE49-F238E27FC236}">
                <a16:creationId xmlns:a16="http://schemas.microsoft.com/office/drawing/2014/main" id="{3CCC13D8-ACC8-A91D-C58D-3F70D44ECCCF}"/>
              </a:ext>
            </a:extLst>
          </p:cNvPr>
          <p:cNvGraphicFramePr>
            <a:graphicFrameLocks/>
          </p:cNvGraphicFramePr>
          <p:nvPr>
            <p:extLst>
              <p:ext uri="{D42A27DB-BD31-4B8C-83A1-F6EECF244321}">
                <p14:modId xmlns:p14="http://schemas.microsoft.com/office/powerpoint/2010/main" val="497325374"/>
              </p:ext>
            </p:extLst>
          </p:nvPr>
        </p:nvGraphicFramePr>
        <p:xfrm>
          <a:off x="6117431" y="2190963"/>
          <a:ext cx="4452938" cy="39830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5444316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Text and chart slide</a:t>
            </a:r>
            <a:endParaRPr lang="en-GB" dirty="0"/>
          </a:p>
        </p:txBody>
      </p:sp>
      <p:graphicFrame>
        <p:nvGraphicFramePr>
          <p:cNvPr id="2" name="Chart Placeholder 13">
            <a:extLst>
              <a:ext uri="{FF2B5EF4-FFF2-40B4-BE49-F238E27FC236}">
                <a16:creationId xmlns:a16="http://schemas.microsoft.com/office/drawing/2014/main" id="{3470E25C-5347-EA0D-144D-505A8633D033}"/>
              </a:ext>
            </a:extLst>
          </p:cNvPr>
          <p:cNvGraphicFramePr>
            <a:graphicFrameLocks/>
          </p:cNvGraphicFramePr>
          <p:nvPr>
            <p:extLst>
              <p:ext uri="{D42A27DB-BD31-4B8C-83A1-F6EECF244321}">
                <p14:modId xmlns:p14="http://schemas.microsoft.com/office/powerpoint/2010/main" val="1997953461"/>
              </p:ext>
            </p:extLst>
          </p:nvPr>
        </p:nvGraphicFramePr>
        <p:xfrm>
          <a:off x="1452573" y="1756157"/>
          <a:ext cx="2743200" cy="374904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Placeholder 28">
            <a:extLst>
              <a:ext uri="{FF2B5EF4-FFF2-40B4-BE49-F238E27FC236}">
                <a16:creationId xmlns:a16="http://schemas.microsoft.com/office/drawing/2014/main" id="{91CD9400-EC8A-CE1A-55A9-68FC8B5E9A0D}"/>
              </a:ext>
            </a:extLst>
          </p:cNvPr>
          <p:cNvGraphicFramePr>
            <a:graphicFrameLocks/>
          </p:cNvGraphicFramePr>
          <p:nvPr>
            <p:extLst>
              <p:ext uri="{D42A27DB-BD31-4B8C-83A1-F6EECF244321}">
                <p14:modId xmlns:p14="http://schemas.microsoft.com/office/powerpoint/2010/main" val="1176796045"/>
              </p:ext>
            </p:extLst>
          </p:nvPr>
        </p:nvGraphicFramePr>
        <p:xfrm>
          <a:off x="1082755" y="2116138"/>
          <a:ext cx="2884488" cy="4005262"/>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8">
            <a:extLst>
              <a:ext uri="{FF2B5EF4-FFF2-40B4-BE49-F238E27FC236}">
                <a16:creationId xmlns:a16="http://schemas.microsoft.com/office/drawing/2014/main" id="{7B98C73B-855A-9EC4-D9CB-92F8C77406D7}"/>
              </a:ext>
            </a:extLst>
          </p:cNvPr>
          <p:cNvSpPr txBox="1">
            <a:spLocks/>
          </p:cNvSpPr>
          <p:nvPr/>
        </p:nvSpPr>
        <p:spPr>
          <a:xfrm>
            <a:off x="1081139" y="1722944"/>
            <a:ext cx="2884009" cy="392112"/>
          </a:xfrm>
          <a:prstGeom prst="rect">
            <a:avLst/>
          </a:prstGeom>
        </p:spPr>
        <p:txBody>
          <a:bodyPr>
            <a:normAutofit/>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r>
              <a:rPr lang="en-US">
                <a:latin typeface="Aptos" panose="020B0004020202020204" pitchFamily="34" charset="0"/>
              </a:rPr>
              <a:t>Americas</a:t>
            </a:r>
            <a:endParaRPr lang="en-US" dirty="0">
              <a:latin typeface="Aptos" panose="020B0004020202020204" pitchFamily="34" charset="0"/>
            </a:endParaRPr>
          </a:p>
        </p:txBody>
      </p:sp>
      <p:graphicFrame>
        <p:nvGraphicFramePr>
          <p:cNvPr id="6" name="Chart Placeholder 45">
            <a:extLst>
              <a:ext uri="{FF2B5EF4-FFF2-40B4-BE49-F238E27FC236}">
                <a16:creationId xmlns:a16="http://schemas.microsoft.com/office/drawing/2014/main" id="{7139EAA6-10AB-F83E-427B-997E7D645C23}"/>
              </a:ext>
            </a:extLst>
          </p:cNvPr>
          <p:cNvGraphicFramePr>
            <a:graphicFrameLocks/>
          </p:cNvGraphicFramePr>
          <p:nvPr>
            <p:extLst>
              <p:ext uri="{D42A27DB-BD31-4B8C-83A1-F6EECF244321}">
                <p14:modId xmlns:p14="http://schemas.microsoft.com/office/powerpoint/2010/main" val="4127359382"/>
              </p:ext>
            </p:extLst>
          </p:nvPr>
        </p:nvGraphicFramePr>
        <p:xfrm>
          <a:off x="4221244" y="2116138"/>
          <a:ext cx="2884487" cy="4005262"/>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Placeholder 1">
            <a:extLst>
              <a:ext uri="{FF2B5EF4-FFF2-40B4-BE49-F238E27FC236}">
                <a16:creationId xmlns:a16="http://schemas.microsoft.com/office/drawing/2014/main" id="{30EE8C02-F5D2-C8CE-DABB-3395E8FDFF7D}"/>
              </a:ext>
            </a:extLst>
          </p:cNvPr>
          <p:cNvSpPr txBox="1">
            <a:spLocks/>
          </p:cNvSpPr>
          <p:nvPr/>
        </p:nvSpPr>
        <p:spPr>
          <a:xfrm>
            <a:off x="4219101" y="1722944"/>
            <a:ext cx="2884009" cy="392112"/>
          </a:xfrm>
          <a:prstGeom prst="rect">
            <a:avLst/>
          </a:prstGeom>
        </p:spPr>
        <p:txBody>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r>
              <a:rPr lang="en-US">
                <a:latin typeface="Aptos" panose="020B0004020202020204" pitchFamily="34" charset="0"/>
              </a:rPr>
              <a:t>Asia</a:t>
            </a:r>
            <a:endParaRPr lang="en-US" dirty="0">
              <a:latin typeface="Aptos" panose="020B0004020202020204" pitchFamily="34" charset="0"/>
            </a:endParaRPr>
          </a:p>
        </p:txBody>
      </p:sp>
      <p:graphicFrame>
        <p:nvGraphicFramePr>
          <p:cNvPr id="8" name="Chart Placeholder 50">
            <a:extLst>
              <a:ext uri="{FF2B5EF4-FFF2-40B4-BE49-F238E27FC236}">
                <a16:creationId xmlns:a16="http://schemas.microsoft.com/office/drawing/2014/main" id="{2ACE0587-4AC2-A955-820C-06903AE1F4B9}"/>
              </a:ext>
            </a:extLst>
          </p:cNvPr>
          <p:cNvGraphicFramePr>
            <a:graphicFrameLocks/>
          </p:cNvGraphicFramePr>
          <p:nvPr>
            <p:extLst>
              <p:ext uri="{D42A27DB-BD31-4B8C-83A1-F6EECF244321}">
                <p14:modId xmlns:p14="http://schemas.microsoft.com/office/powerpoint/2010/main" val="3967672968"/>
              </p:ext>
            </p:extLst>
          </p:nvPr>
        </p:nvGraphicFramePr>
        <p:xfrm>
          <a:off x="7366080" y="2116138"/>
          <a:ext cx="2882900" cy="4005262"/>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Placeholder 14">
            <a:extLst>
              <a:ext uri="{FF2B5EF4-FFF2-40B4-BE49-F238E27FC236}">
                <a16:creationId xmlns:a16="http://schemas.microsoft.com/office/drawing/2014/main" id="{F6F3A9B0-AF0C-CC33-3A93-8FD28929E9D0}"/>
              </a:ext>
            </a:extLst>
          </p:cNvPr>
          <p:cNvSpPr txBox="1">
            <a:spLocks/>
          </p:cNvSpPr>
          <p:nvPr/>
        </p:nvSpPr>
        <p:spPr>
          <a:xfrm>
            <a:off x="7363574" y="1722944"/>
            <a:ext cx="2884009" cy="392112"/>
          </a:xfrm>
          <a:prstGeom prst="rect">
            <a:avLst/>
          </a:prstGeom>
        </p:spPr>
        <p:txBody>
          <a:bodyPr/>
          <a:lstStyle>
            <a:lvl1pPr marL="0" indent="0" algn="l" defTabSz="685800" rtl="0" eaLnBrk="1" latinLnBrk="0" hangingPunct="1">
              <a:spcBef>
                <a:spcPts val="0"/>
              </a:spcBef>
              <a:spcAft>
                <a:spcPts val="750"/>
              </a:spcAft>
              <a:buSzPct val="100000"/>
              <a:buFontTx/>
              <a:buNone/>
              <a:defRPr sz="1200" b="0" kern="1200">
                <a:solidFill>
                  <a:schemeClr val="tx1"/>
                </a:solidFill>
                <a:latin typeface="+mn-lt"/>
                <a:ea typeface="+mn-ea"/>
                <a:cs typeface="Calibri Light" panose="020F0302020204030204" pitchFamily="34" charset="0"/>
              </a:defRPr>
            </a:lvl1pPr>
            <a:lvl2pPr marL="104775" indent="-104775" algn="l" defTabSz="685800" rtl="0" eaLnBrk="1" latinLnBrk="0" hangingPunct="1">
              <a:spcBef>
                <a:spcPts val="0"/>
              </a:spcBef>
              <a:spcAft>
                <a:spcPts val="750"/>
              </a:spcAft>
              <a:buClrTx/>
              <a:buSzPct val="100000"/>
              <a:buFont typeface="Arial" panose="020B0604020202020204" pitchFamily="34" charset="0"/>
              <a:buChar char="•"/>
              <a:defRPr lang="en-US" sz="1200" b="1" kern="1200" dirty="0" smtClean="0">
                <a:solidFill>
                  <a:schemeClr val="tx1"/>
                </a:solidFill>
                <a:latin typeface="+mj-lt"/>
                <a:ea typeface="+mn-ea"/>
                <a:cs typeface="Calibri Light" panose="020F0302020204030204" pitchFamily="34" charset="0"/>
              </a:defRPr>
            </a:lvl2pPr>
            <a:lvl3pPr marL="228600"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dirty="0" smtClean="0">
                <a:solidFill>
                  <a:schemeClr val="tx1"/>
                </a:solidFill>
                <a:latin typeface="+mn-lt"/>
                <a:ea typeface="+mn-ea"/>
                <a:cs typeface="Calibri Light" panose="020F0302020204030204" pitchFamily="34" charset="0"/>
              </a:defRPr>
            </a:lvl3pPr>
            <a:lvl4pPr marL="352425" indent="-104775" algn="l" defTabSz="685800" rtl="0" eaLnBrk="1" latinLnBrk="0" hangingPunct="1">
              <a:spcBef>
                <a:spcPts val="0"/>
              </a:spcBef>
              <a:spcAft>
                <a:spcPts val="750"/>
              </a:spcAft>
              <a:buClrTx/>
              <a:buSzPct val="100000"/>
              <a:buFont typeface="Arial" panose="020B0604020202020204" pitchFamily="34" charset="0"/>
              <a:buChar char="◦"/>
              <a:defRPr lang="en-US" sz="1200" kern="1200" baseline="0" dirty="0" smtClean="0">
                <a:solidFill>
                  <a:schemeClr val="tx1"/>
                </a:solidFill>
                <a:latin typeface="+mn-lt"/>
                <a:ea typeface="+mn-ea"/>
                <a:cs typeface="Calibri Light" panose="020F0302020204030204" pitchFamily="34" charset="0"/>
              </a:defRPr>
            </a:lvl4pPr>
            <a:lvl5pPr marL="476250" indent="-104775" algn="l" defTabSz="598885" rtl="0" eaLnBrk="1" latinLnBrk="0" hangingPunct="1">
              <a:spcBef>
                <a:spcPts val="0"/>
              </a:spcBef>
              <a:spcAft>
                <a:spcPts val="750"/>
              </a:spcAft>
              <a:buClrTx/>
              <a:buSzPct val="100000"/>
              <a:buFont typeface="Arial" panose="020B0604020202020204" pitchFamily="34" charset="0"/>
              <a:buChar char="−"/>
              <a:tabLst/>
              <a:defRPr lang="en-US" sz="1200" kern="1200" baseline="0" dirty="0" smtClean="0">
                <a:solidFill>
                  <a:schemeClr val="tx1"/>
                </a:solidFill>
                <a:latin typeface="+mn-lt"/>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a:lstStyle>
          <a:p>
            <a:pPr algn="ctr"/>
            <a:r>
              <a:rPr lang="en-US">
                <a:latin typeface="Aptos" panose="020B0004020202020204" pitchFamily="34" charset="0"/>
              </a:rPr>
              <a:t>Europe</a:t>
            </a:r>
            <a:endParaRPr lang="en-US" dirty="0">
              <a:latin typeface="Aptos" panose="020B0004020202020204" pitchFamily="34" charset="0"/>
            </a:endParaRPr>
          </a:p>
        </p:txBody>
      </p:sp>
      <p:sp>
        <p:nvSpPr>
          <p:cNvPr id="11" name="TextBox 10">
            <a:extLst>
              <a:ext uri="{FF2B5EF4-FFF2-40B4-BE49-F238E27FC236}">
                <a16:creationId xmlns:a16="http://schemas.microsoft.com/office/drawing/2014/main" id="{5A4700D6-1D73-CE7E-1A2E-09780C5C3A12}"/>
              </a:ext>
            </a:extLst>
          </p:cNvPr>
          <p:cNvSpPr txBox="1"/>
          <p:nvPr/>
        </p:nvSpPr>
        <p:spPr bwMode="gray">
          <a:xfrm>
            <a:off x="1862432" y="3143936"/>
            <a:ext cx="1428760" cy="415498"/>
          </a:xfrm>
          <a:prstGeom prst="rect">
            <a:avLst/>
          </a:prstGeom>
          <a:noFill/>
        </p:spPr>
        <p:txBody>
          <a:bodyPr wrap="square" lIns="0" tIns="0" rIns="0" bIns="0" rtlCol="0" anchor="ctr">
            <a:spAutoFit/>
          </a:bodyPr>
          <a:lstStyle/>
          <a:p>
            <a:pPr algn="ctr"/>
            <a:r>
              <a:rPr lang="en-US" sz="2700" dirty="0">
                <a:solidFill>
                  <a:srgbClr val="26890D"/>
                </a:solidFill>
                <a:latin typeface="Aptos" panose="020B0004020202020204" pitchFamily="34" charset="0"/>
              </a:rPr>
              <a:t>21%</a:t>
            </a:r>
          </a:p>
        </p:txBody>
      </p:sp>
      <p:sp>
        <p:nvSpPr>
          <p:cNvPr id="17" name="TextBox 16">
            <a:extLst>
              <a:ext uri="{FF2B5EF4-FFF2-40B4-BE49-F238E27FC236}">
                <a16:creationId xmlns:a16="http://schemas.microsoft.com/office/drawing/2014/main" id="{DC2CC82C-EC8A-71EE-F766-94EA3A54E23C}"/>
              </a:ext>
            </a:extLst>
          </p:cNvPr>
          <p:cNvSpPr txBox="1"/>
          <p:nvPr/>
        </p:nvSpPr>
        <p:spPr bwMode="gray">
          <a:xfrm>
            <a:off x="5007269" y="3143936"/>
            <a:ext cx="1428760" cy="415498"/>
          </a:xfrm>
          <a:prstGeom prst="rect">
            <a:avLst/>
          </a:prstGeom>
          <a:noFill/>
        </p:spPr>
        <p:txBody>
          <a:bodyPr wrap="square" lIns="0" tIns="0" rIns="0" bIns="0" rtlCol="0" anchor="ctr">
            <a:spAutoFit/>
          </a:bodyPr>
          <a:lstStyle/>
          <a:p>
            <a:pPr algn="ctr"/>
            <a:r>
              <a:rPr lang="en-US" sz="2700" dirty="0">
                <a:solidFill>
                  <a:srgbClr val="26890D"/>
                </a:solidFill>
                <a:latin typeface="Aptos" panose="020B0004020202020204" pitchFamily="34" charset="0"/>
              </a:rPr>
              <a:t>27%</a:t>
            </a:r>
          </a:p>
        </p:txBody>
      </p:sp>
      <p:sp>
        <p:nvSpPr>
          <p:cNvPr id="18" name="TextBox 17">
            <a:extLst>
              <a:ext uri="{FF2B5EF4-FFF2-40B4-BE49-F238E27FC236}">
                <a16:creationId xmlns:a16="http://schemas.microsoft.com/office/drawing/2014/main" id="{CEB63D4D-9CBA-5A3F-A2EC-EB6C058A0D76}"/>
              </a:ext>
            </a:extLst>
          </p:cNvPr>
          <p:cNvSpPr txBox="1"/>
          <p:nvPr/>
        </p:nvSpPr>
        <p:spPr bwMode="gray">
          <a:xfrm>
            <a:off x="8136382" y="3135605"/>
            <a:ext cx="1428760" cy="415498"/>
          </a:xfrm>
          <a:prstGeom prst="rect">
            <a:avLst/>
          </a:prstGeom>
          <a:noFill/>
        </p:spPr>
        <p:txBody>
          <a:bodyPr wrap="square" lIns="0" tIns="0" rIns="0" bIns="0" rtlCol="0" anchor="ctr">
            <a:spAutoFit/>
          </a:bodyPr>
          <a:lstStyle/>
          <a:p>
            <a:pPr algn="ctr"/>
            <a:r>
              <a:rPr lang="en-US" sz="2700" dirty="0">
                <a:solidFill>
                  <a:srgbClr val="26890D"/>
                </a:solidFill>
                <a:latin typeface="Aptos" panose="020B0004020202020204" pitchFamily="34" charset="0"/>
              </a:rPr>
              <a:t>15%</a:t>
            </a:r>
          </a:p>
        </p:txBody>
      </p:sp>
    </p:spTree>
    <p:extLst>
      <p:ext uri="{BB962C8B-B14F-4D97-AF65-F5344CB8AC3E}">
        <p14:creationId xmlns:p14="http://schemas.microsoft.com/office/powerpoint/2010/main" val="220073066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Text and stacked bar chart</a:t>
            </a:r>
            <a:br>
              <a:rPr lang="en-US" noProof="0" dirty="0"/>
            </a:br>
            <a:endParaRPr lang="en-GB" dirty="0"/>
          </a:p>
        </p:txBody>
      </p:sp>
      <p:sp>
        <p:nvSpPr>
          <p:cNvPr id="2" name="Content Placeholder 1">
            <a:extLst>
              <a:ext uri="{FF2B5EF4-FFF2-40B4-BE49-F238E27FC236}">
                <a16:creationId xmlns:a16="http://schemas.microsoft.com/office/drawing/2014/main" id="{6F768E33-CFFA-9FE8-16F0-2E7B62B51406}"/>
              </a:ext>
            </a:extLst>
          </p:cNvPr>
          <p:cNvSpPr>
            <a:spLocks noGrp="1"/>
          </p:cNvSpPr>
          <p:nvPr>
            <p:ph sz="quarter" idx="10"/>
          </p:nvPr>
        </p:nvSpPr>
        <p:spPr/>
        <p:txBody>
          <a:bodyPr/>
          <a:lstStyle/>
          <a:p>
            <a:pPr lvl="0"/>
            <a:r>
              <a:rPr lang="en-US" noProof="0" dirty="0"/>
              <a:t>There are five predefined text levels in the main text area on a standard slide. However, text can be customized using different formatting or type sizes, depending on the needs of the document.</a:t>
            </a:r>
          </a:p>
          <a:p>
            <a:pPr lvl="0"/>
            <a:endParaRPr lang="en-US" noProof="0"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9" name="Content Placeholder 18">
            <a:extLst>
              <a:ext uri="{FF2B5EF4-FFF2-40B4-BE49-F238E27FC236}">
                <a16:creationId xmlns:a16="http://schemas.microsoft.com/office/drawing/2014/main" id="{4BB6CD4A-29EE-550A-63A3-68FC1DA881E4}"/>
              </a:ext>
            </a:extLst>
          </p:cNvPr>
          <p:cNvSpPr>
            <a:spLocks noGrp="1"/>
          </p:cNvSpPr>
          <p:nvPr>
            <p:ph sz="quarter" idx="20"/>
          </p:nvPr>
        </p:nvSpPr>
        <p:spPr/>
        <p:txBody>
          <a:bodyPr/>
          <a:lstStyle/>
          <a:p>
            <a:r>
              <a:rPr lang="en-US" dirty="0"/>
              <a:t>Chart title</a:t>
            </a:r>
          </a:p>
        </p:txBody>
      </p:sp>
      <p:graphicFrame>
        <p:nvGraphicFramePr>
          <p:cNvPr id="5" name="Chart Placeholder 58">
            <a:extLst>
              <a:ext uri="{FF2B5EF4-FFF2-40B4-BE49-F238E27FC236}">
                <a16:creationId xmlns:a16="http://schemas.microsoft.com/office/drawing/2014/main" id="{77AD79C5-9F03-4696-B697-14AA1984AE3D}"/>
              </a:ext>
            </a:extLst>
          </p:cNvPr>
          <p:cNvGraphicFramePr>
            <a:graphicFrameLocks/>
          </p:cNvGraphicFramePr>
          <p:nvPr>
            <p:extLst>
              <p:ext uri="{D42A27DB-BD31-4B8C-83A1-F6EECF244321}">
                <p14:modId xmlns:p14="http://schemas.microsoft.com/office/powerpoint/2010/main" val="1316411525"/>
              </p:ext>
            </p:extLst>
          </p:nvPr>
        </p:nvGraphicFramePr>
        <p:xfrm>
          <a:off x="6151602" y="2107498"/>
          <a:ext cx="4452938" cy="39830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0187302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Text and stacked bar chart</a:t>
            </a:r>
            <a:br>
              <a:rPr lang="en-US" noProof="0" dirty="0"/>
            </a:br>
            <a:endParaRPr lang="en-GB" dirty="0"/>
          </a:p>
        </p:txBody>
      </p:sp>
      <p:sp>
        <p:nvSpPr>
          <p:cNvPr id="2" name="Content Placeholder 1">
            <a:extLst>
              <a:ext uri="{FF2B5EF4-FFF2-40B4-BE49-F238E27FC236}">
                <a16:creationId xmlns:a16="http://schemas.microsoft.com/office/drawing/2014/main" id="{6DD3A564-CD11-FC63-B9D6-C25D386E9750}"/>
              </a:ext>
            </a:extLst>
          </p:cNvPr>
          <p:cNvSpPr>
            <a:spLocks noGrp="1"/>
          </p:cNvSpPr>
          <p:nvPr>
            <p:ph sz="quarter" idx="10"/>
          </p:nvPr>
        </p:nvSpPr>
        <p:spPr/>
        <p:txBody>
          <a:bodyPr/>
          <a:lstStyle/>
          <a:p>
            <a:r>
              <a:rPr lang="en-US" dirty="0"/>
              <a:t>Chart title</a:t>
            </a:r>
          </a:p>
        </p:txBody>
      </p:sp>
      <p:sp>
        <p:nvSpPr>
          <p:cNvPr id="9" name="Content Placeholder 8">
            <a:extLst>
              <a:ext uri="{FF2B5EF4-FFF2-40B4-BE49-F238E27FC236}">
                <a16:creationId xmlns:a16="http://schemas.microsoft.com/office/drawing/2014/main" id="{7E9B92C7-B551-74DD-D5B9-CC5F26D9535A}"/>
              </a:ext>
            </a:extLst>
          </p:cNvPr>
          <p:cNvSpPr>
            <a:spLocks noGrp="1"/>
          </p:cNvSpPr>
          <p:nvPr>
            <p:ph sz="quarter" idx="20"/>
          </p:nvPr>
        </p:nvSpPr>
        <p:spPr/>
        <p:txBody>
          <a:bodyPr/>
          <a:lstStyle/>
          <a:p>
            <a:r>
              <a:rPr lang="en-US" dirty="0"/>
              <a:t>Chart title</a:t>
            </a:r>
          </a:p>
        </p:txBody>
      </p:sp>
      <p:graphicFrame>
        <p:nvGraphicFramePr>
          <p:cNvPr id="6" name="Chart Placeholder 36">
            <a:extLst>
              <a:ext uri="{FF2B5EF4-FFF2-40B4-BE49-F238E27FC236}">
                <a16:creationId xmlns:a16="http://schemas.microsoft.com/office/drawing/2014/main" id="{7BBBEB45-FC85-4AB7-0B3A-2A5F91085673}"/>
              </a:ext>
            </a:extLst>
          </p:cNvPr>
          <p:cNvGraphicFramePr>
            <a:graphicFrameLocks/>
          </p:cNvGraphicFramePr>
          <p:nvPr>
            <p:extLst>
              <p:ext uri="{D42A27DB-BD31-4B8C-83A1-F6EECF244321}">
                <p14:modId xmlns:p14="http://schemas.microsoft.com/office/powerpoint/2010/main" val="142608075"/>
              </p:ext>
            </p:extLst>
          </p:nvPr>
        </p:nvGraphicFramePr>
        <p:xfrm>
          <a:off x="420155" y="2158685"/>
          <a:ext cx="4451350" cy="39957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Placeholder 42">
            <a:extLst>
              <a:ext uri="{FF2B5EF4-FFF2-40B4-BE49-F238E27FC236}">
                <a16:creationId xmlns:a16="http://schemas.microsoft.com/office/drawing/2014/main" id="{AA12646B-18C3-6E81-9B61-B84F713A9394}"/>
              </a:ext>
            </a:extLst>
          </p:cNvPr>
          <p:cNvGraphicFramePr>
            <a:graphicFrameLocks/>
          </p:cNvGraphicFramePr>
          <p:nvPr>
            <p:extLst>
              <p:ext uri="{D42A27DB-BD31-4B8C-83A1-F6EECF244321}">
                <p14:modId xmlns:p14="http://schemas.microsoft.com/office/powerpoint/2010/main" val="3334199947"/>
              </p:ext>
            </p:extLst>
          </p:nvPr>
        </p:nvGraphicFramePr>
        <p:xfrm>
          <a:off x="6219825" y="2125665"/>
          <a:ext cx="4457700" cy="39957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3956961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Bar chart with infographics</a:t>
            </a:r>
            <a:endParaRPr lang="en-GB" dirty="0"/>
          </a:p>
        </p:txBody>
      </p:sp>
      <p:sp>
        <p:nvSpPr>
          <p:cNvPr id="4" name="Content Placeholder 3">
            <a:extLst>
              <a:ext uri="{FF2B5EF4-FFF2-40B4-BE49-F238E27FC236}">
                <a16:creationId xmlns:a16="http://schemas.microsoft.com/office/drawing/2014/main" id="{24E4337E-C47F-684A-257A-7C2B5BA6F8CF}"/>
              </a:ext>
            </a:extLst>
          </p:cNvPr>
          <p:cNvSpPr>
            <a:spLocks noGrp="1"/>
          </p:cNvSpPr>
          <p:nvPr>
            <p:ph sz="quarter" idx="10"/>
          </p:nvPr>
        </p:nvSpPr>
        <p:spPr/>
        <p:txBody>
          <a:bodyPr/>
          <a:lstStyle/>
          <a:p>
            <a:pPr lvl="0"/>
            <a:r>
              <a:rPr lang="en-US" noProof="0" dirty="0"/>
              <a:t>There are five predefined text levels in the main text area on a standard slide. However, text can be customized using different formatting or type sizes, depending on the needs of the document.</a:t>
            </a:r>
          </a:p>
          <a:p>
            <a:pPr lvl="0"/>
            <a:endParaRPr lang="en-US" noProof="0"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4" name="Content Placeholder 23">
            <a:extLst>
              <a:ext uri="{FF2B5EF4-FFF2-40B4-BE49-F238E27FC236}">
                <a16:creationId xmlns:a16="http://schemas.microsoft.com/office/drawing/2014/main" id="{2799BD0F-3D01-F5FD-4E2A-FA6A20D61809}"/>
              </a:ext>
            </a:extLst>
          </p:cNvPr>
          <p:cNvSpPr>
            <a:spLocks noGrp="1"/>
          </p:cNvSpPr>
          <p:nvPr>
            <p:ph sz="quarter" idx="20"/>
          </p:nvPr>
        </p:nvSpPr>
        <p:spPr/>
        <p:txBody>
          <a:bodyPr/>
          <a:lstStyle/>
          <a:p>
            <a:r>
              <a:rPr lang="en-US" dirty="0"/>
              <a:t>Chart title</a:t>
            </a:r>
          </a:p>
        </p:txBody>
      </p:sp>
      <p:graphicFrame>
        <p:nvGraphicFramePr>
          <p:cNvPr id="2" name="Chart Placeholder 25">
            <a:extLst>
              <a:ext uri="{FF2B5EF4-FFF2-40B4-BE49-F238E27FC236}">
                <a16:creationId xmlns:a16="http://schemas.microsoft.com/office/drawing/2014/main" id="{3579126F-4B26-3DAA-F83E-1A3C88D653C7}"/>
              </a:ext>
            </a:extLst>
          </p:cNvPr>
          <p:cNvGraphicFramePr>
            <a:graphicFrameLocks/>
          </p:cNvGraphicFramePr>
          <p:nvPr>
            <p:extLst>
              <p:ext uri="{D42A27DB-BD31-4B8C-83A1-F6EECF244321}">
                <p14:modId xmlns:p14="http://schemas.microsoft.com/office/powerpoint/2010/main" val="2057562571"/>
              </p:ext>
            </p:extLst>
          </p:nvPr>
        </p:nvGraphicFramePr>
        <p:xfrm>
          <a:off x="6226175" y="2138365"/>
          <a:ext cx="4452938" cy="3983037"/>
        </p:xfrm>
        <a:graphic>
          <a:graphicData uri="http://schemas.openxmlformats.org/drawingml/2006/chart">
            <c:chart xmlns:c="http://schemas.openxmlformats.org/drawingml/2006/chart" xmlns:r="http://schemas.openxmlformats.org/officeDocument/2006/relationships" r:id="rId2"/>
          </a:graphicData>
        </a:graphic>
      </p:graphicFrame>
      <p:cxnSp>
        <p:nvCxnSpPr>
          <p:cNvPr id="9" name="Straight Connector 8">
            <a:extLst>
              <a:ext uri="{FF2B5EF4-FFF2-40B4-BE49-F238E27FC236}">
                <a16:creationId xmlns:a16="http://schemas.microsoft.com/office/drawing/2014/main" id="{CAB3FB64-F143-BF9D-38C5-449553F4E074}"/>
              </a:ext>
            </a:extLst>
          </p:cNvPr>
          <p:cNvCxnSpPr>
            <a:stCxn id="18" idx="14"/>
          </p:cNvCxnSpPr>
          <p:nvPr/>
        </p:nvCxnSpPr>
        <p:spPr bwMode="gray">
          <a:xfrm>
            <a:off x="8442906" y="2803047"/>
            <a:ext cx="0" cy="281636"/>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0CA008B-BA64-462C-E127-2B840A32BE65}"/>
              </a:ext>
            </a:extLst>
          </p:cNvPr>
          <p:cNvCxnSpPr/>
          <p:nvPr/>
        </p:nvCxnSpPr>
        <p:spPr bwMode="gray">
          <a:xfrm flipH="1">
            <a:off x="10232299" y="2799701"/>
            <a:ext cx="0" cy="11631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38966BD-B2B2-A782-1678-74C58252FCA7}"/>
              </a:ext>
            </a:extLst>
          </p:cNvPr>
          <p:cNvCxnSpPr/>
          <p:nvPr/>
        </p:nvCxnSpPr>
        <p:spPr bwMode="gray">
          <a:xfrm flipH="1">
            <a:off x="9335839" y="2799704"/>
            <a:ext cx="0" cy="404533"/>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0609B5B-9E37-D8C4-7CCE-CD34A114AF2B}"/>
              </a:ext>
            </a:extLst>
          </p:cNvPr>
          <p:cNvCxnSpPr>
            <a:stCxn id="16" idx="2"/>
          </p:cNvCxnSpPr>
          <p:nvPr/>
        </p:nvCxnSpPr>
        <p:spPr bwMode="gray">
          <a:xfrm>
            <a:off x="7547776" y="2803049"/>
            <a:ext cx="0" cy="596921"/>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BA19511-8CEA-A0F1-E3E8-F4D7C049B758}"/>
              </a:ext>
            </a:extLst>
          </p:cNvPr>
          <p:cNvCxnSpPr>
            <a:stCxn id="21" idx="27"/>
          </p:cNvCxnSpPr>
          <p:nvPr/>
        </p:nvCxnSpPr>
        <p:spPr bwMode="gray">
          <a:xfrm flipH="1">
            <a:off x="6611212" y="2803049"/>
            <a:ext cx="794" cy="86499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6" name="Freeform 337">
            <a:extLst>
              <a:ext uri="{FF2B5EF4-FFF2-40B4-BE49-F238E27FC236}">
                <a16:creationId xmlns:a16="http://schemas.microsoft.com/office/drawing/2014/main" id="{A769FC18-0B6B-2DBB-A36D-7DFB466EA9DD}"/>
              </a:ext>
            </a:extLst>
          </p:cNvPr>
          <p:cNvSpPr>
            <a:spLocks noChangeAspect="1" noEditPoints="1"/>
          </p:cNvSpPr>
          <p:nvPr/>
        </p:nvSpPr>
        <p:spPr bwMode="auto">
          <a:xfrm>
            <a:off x="7331776" y="2371047"/>
            <a:ext cx="432000" cy="432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5 w 512"/>
              <a:gd name="T11" fmla="*/ 238 h 512"/>
              <a:gd name="T12" fmla="*/ 405 w 512"/>
              <a:gd name="T13" fmla="*/ 245 h 512"/>
              <a:gd name="T14" fmla="*/ 384 w 512"/>
              <a:gd name="T15" fmla="*/ 245 h 512"/>
              <a:gd name="T16" fmla="*/ 384 w 512"/>
              <a:gd name="T17" fmla="*/ 384 h 512"/>
              <a:gd name="T18" fmla="*/ 373 w 512"/>
              <a:gd name="T19" fmla="*/ 394 h 512"/>
              <a:gd name="T20" fmla="*/ 277 w 512"/>
              <a:gd name="T21" fmla="*/ 394 h 512"/>
              <a:gd name="T22" fmla="*/ 266 w 512"/>
              <a:gd name="T23" fmla="*/ 384 h 512"/>
              <a:gd name="T24" fmla="*/ 266 w 512"/>
              <a:gd name="T25" fmla="*/ 330 h 512"/>
              <a:gd name="T26" fmla="*/ 245 w 512"/>
              <a:gd name="T27" fmla="*/ 330 h 512"/>
              <a:gd name="T28" fmla="*/ 245 w 512"/>
              <a:gd name="T29" fmla="*/ 384 h 512"/>
              <a:gd name="T30" fmla="*/ 234 w 512"/>
              <a:gd name="T31" fmla="*/ 394 h 512"/>
              <a:gd name="T32" fmla="*/ 138 w 512"/>
              <a:gd name="T33" fmla="*/ 394 h 512"/>
              <a:gd name="T34" fmla="*/ 128 w 512"/>
              <a:gd name="T35" fmla="*/ 384 h 512"/>
              <a:gd name="T36" fmla="*/ 128 w 512"/>
              <a:gd name="T37" fmla="*/ 245 h 512"/>
              <a:gd name="T38" fmla="*/ 106 w 512"/>
              <a:gd name="T39" fmla="*/ 245 h 512"/>
              <a:gd name="T40" fmla="*/ 96 w 512"/>
              <a:gd name="T41" fmla="*/ 238 h 512"/>
              <a:gd name="T42" fmla="*/ 99 w 512"/>
              <a:gd name="T43" fmla="*/ 226 h 512"/>
              <a:gd name="T44" fmla="*/ 249 w 512"/>
              <a:gd name="T45" fmla="*/ 98 h 512"/>
              <a:gd name="T46" fmla="*/ 263 w 512"/>
              <a:gd name="T47" fmla="*/ 98 h 512"/>
              <a:gd name="T48" fmla="*/ 412 w 512"/>
              <a:gd name="T49" fmla="*/ 226 h 512"/>
              <a:gd name="T50" fmla="*/ 415 w 512"/>
              <a:gd name="T51" fmla="*/ 238 h 512"/>
              <a:gd name="T52" fmla="*/ 256 w 512"/>
              <a:gd name="T53" fmla="*/ 120 h 512"/>
              <a:gd name="T54" fmla="*/ 376 w 512"/>
              <a:gd name="T55" fmla="*/ 224 h 512"/>
              <a:gd name="T56" fmla="*/ 373 w 512"/>
              <a:gd name="T57" fmla="*/ 224 h 512"/>
              <a:gd name="T58" fmla="*/ 362 w 512"/>
              <a:gd name="T59" fmla="*/ 234 h 512"/>
              <a:gd name="T60" fmla="*/ 362 w 512"/>
              <a:gd name="T61" fmla="*/ 373 h 512"/>
              <a:gd name="T62" fmla="*/ 288 w 512"/>
              <a:gd name="T63" fmla="*/ 373 h 512"/>
              <a:gd name="T64" fmla="*/ 288 w 512"/>
              <a:gd name="T65" fmla="*/ 320 h 512"/>
              <a:gd name="T66" fmla="*/ 277 w 512"/>
              <a:gd name="T67" fmla="*/ 309 h 512"/>
              <a:gd name="T68" fmla="*/ 234 w 512"/>
              <a:gd name="T69" fmla="*/ 309 h 512"/>
              <a:gd name="T70" fmla="*/ 224 w 512"/>
              <a:gd name="T71" fmla="*/ 320 h 512"/>
              <a:gd name="T72" fmla="*/ 224 w 512"/>
              <a:gd name="T73" fmla="*/ 373 h 512"/>
              <a:gd name="T74" fmla="*/ 149 w 512"/>
              <a:gd name="T75" fmla="*/ 373 h 512"/>
              <a:gd name="T76" fmla="*/ 149 w 512"/>
              <a:gd name="T77" fmla="*/ 234 h 512"/>
              <a:gd name="T78" fmla="*/ 138 w 512"/>
              <a:gd name="T79" fmla="*/ 224 h 512"/>
              <a:gd name="T80" fmla="*/ 135 w 512"/>
              <a:gd name="T81" fmla="*/ 224 h 512"/>
              <a:gd name="T82" fmla="*/ 256 w 512"/>
              <a:gd name="T83" fmla="*/ 12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5" y="238"/>
                </a:moveTo>
                <a:cubicBezTo>
                  <a:pt x="413" y="242"/>
                  <a:pt x="409" y="245"/>
                  <a:pt x="405" y="245"/>
                </a:cubicBezTo>
                <a:cubicBezTo>
                  <a:pt x="384" y="245"/>
                  <a:pt x="384" y="245"/>
                  <a:pt x="384" y="245"/>
                </a:cubicBezTo>
                <a:cubicBezTo>
                  <a:pt x="384" y="384"/>
                  <a:pt x="384" y="384"/>
                  <a:pt x="384" y="384"/>
                </a:cubicBezTo>
                <a:cubicBezTo>
                  <a:pt x="384" y="390"/>
                  <a:pt x="379" y="394"/>
                  <a:pt x="373" y="394"/>
                </a:cubicBezTo>
                <a:cubicBezTo>
                  <a:pt x="277" y="394"/>
                  <a:pt x="277" y="394"/>
                  <a:pt x="277" y="394"/>
                </a:cubicBezTo>
                <a:cubicBezTo>
                  <a:pt x="271" y="394"/>
                  <a:pt x="266" y="390"/>
                  <a:pt x="266" y="384"/>
                </a:cubicBezTo>
                <a:cubicBezTo>
                  <a:pt x="266" y="330"/>
                  <a:pt x="266" y="330"/>
                  <a:pt x="266" y="330"/>
                </a:cubicBezTo>
                <a:cubicBezTo>
                  <a:pt x="245" y="330"/>
                  <a:pt x="245" y="330"/>
                  <a:pt x="245" y="330"/>
                </a:cubicBezTo>
                <a:cubicBezTo>
                  <a:pt x="245" y="384"/>
                  <a:pt x="245" y="384"/>
                  <a:pt x="245" y="384"/>
                </a:cubicBezTo>
                <a:cubicBezTo>
                  <a:pt x="245" y="390"/>
                  <a:pt x="240" y="394"/>
                  <a:pt x="234" y="394"/>
                </a:cubicBezTo>
                <a:cubicBezTo>
                  <a:pt x="138" y="394"/>
                  <a:pt x="138" y="394"/>
                  <a:pt x="138" y="394"/>
                </a:cubicBezTo>
                <a:cubicBezTo>
                  <a:pt x="132" y="394"/>
                  <a:pt x="128" y="390"/>
                  <a:pt x="128" y="384"/>
                </a:cubicBezTo>
                <a:cubicBezTo>
                  <a:pt x="128" y="245"/>
                  <a:pt x="128" y="245"/>
                  <a:pt x="128" y="245"/>
                </a:cubicBezTo>
                <a:cubicBezTo>
                  <a:pt x="106" y="245"/>
                  <a:pt x="106" y="245"/>
                  <a:pt x="106" y="245"/>
                </a:cubicBezTo>
                <a:cubicBezTo>
                  <a:pt x="102" y="245"/>
                  <a:pt x="98" y="242"/>
                  <a:pt x="96" y="238"/>
                </a:cubicBezTo>
                <a:cubicBezTo>
                  <a:pt x="95" y="234"/>
                  <a:pt x="96" y="229"/>
                  <a:pt x="99" y="226"/>
                </a:cubicBezTo>
                <a:cubicBezTo>
                  <a:pt x="249" y="98"/>
                  <a:pt x="249" y="98"/>
                  <a:pt x="249" y="98"/>
                </a:cubicBezTo>
                <a:cubicBezTo>
                  <a:pt x="253" y="95"/>
                  <a:pt x="259" y="95"/>
                  <a:pt x="263" y="98"/>
                </a:cubicBezTo>
                <a:cubicBezTo>
                  <a:pt x="412" y="226"/>
                  <a:pt x="412" y="226"/>
                  <a:pt x="412" y="226"/>
                </a:cubicBezTo>
                <a:cubicBezTo>
                  <a:pt x="415" y="229"/>
                  <a:pt x="417" y="234"/>
                  <a:pt x="415" y="238"/>
                </a:cubicBezTo>
                <a:close/>
                <a:moveTo>
                  <a:pt x="256" y="120"/>
                </a:moveTo>
                <a:cubicBezTo>
                  <a:pt x="376" y="224"/>
                  <a:pt x="376" y="224"/>
                  <a:pt x="376" y="224"/>
                </a:cubicBezTo>
                <a:cubicBezTo>
                  <a:pt x="373" y="224"/>
                  <a:pt x="373" y="224"/>
                  <a:pt x="373" y="224"/>
                </a:cubicBezTo>
                <a:cubicBezTo>
                  <a:pt x="367" y="224"/>
                  <a:pt x="362" y="228"/>
                  <a:pt x="362" y="234"/>
                </a:cubicBezTo>
                <a:cubicBezTo>
                  <a:pt x="362" y="373"/>
                  <a:pt x="362" y="373"/>
                  <a:pt x="362" y="373"/>
                </a:cubicBezTo>
                <a:cubicBezTo>
                  <a:pt x="288" y="373"/>
                  <a:pt x="288" y="373"/>
                  <a:pt x="288" y="373"/>
                </a:cubicBezTo>
                <a:cubicBezTo>
                  <a:pt x="288" y="320"/>
                  <a:pt x="288" y="320"/>
                  <a:pt x="288" y="320"/>
                </a:cubicBezTo>
                <a:cubicBezTo>
                  <a:pt x="288" y="314"/>
                  <a:pt x="283" y="309"/>
                  <a:pt x="277" y="309"/>
                </a:cubicBezTo>
                <a:cubicBezTo>
                  <a:pt x="234" y="309"/>
                  <a:pt x="234" y="309"/>
                  <a:pt x="234" y="309"/>
                </a:cubicBezTo>
                <a:cubicBezTo>
                  <a:pt x="228" y="309"/>
                  <a:pt x="224" y="314"/>
                  <a:pt x="224" y="320"/>
                </a:cubicBezTo>
                <a:cubicBezTo>
                  <a:pt x="224" y="373"/>
                  <a:pt x="224" y="373"/>
                  <a:pt x="224" y="373"/>
                </a:cubicBezTo>
                <a:cubicBezTo>
                  <a:pt x="149" y="373"/>
                  <a:pt x="149" y="373"/>
                  <a:pt x="149" y="373"/>
                </a:cubicBezTo>
                <a:cubicBezTo>
                  <a:pt x="149" y="234"/>
                  <a:pt x="149" y="234"/>
                  <a:pt x="149" y="234"/>
                </a:cubicBezTo>
                <a:cubicBezTo>
                  <a:pt x="149" y="228"/>
                  <a:pt x="144" y="224"/>
                  <a:pt x="138" y="224"/>
                </a:cubicBezTo>
                <a:cubicBezTo>
                  <a:pt x="135" y="224"/>
                  <a:pt x="135" y="224"/>
                  <a:pt x="135" y="224"/>
                </a:cubicBezTo>
                <a:lnTo>
                  <a:pt x="256" y="120"/>
                </a:ln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GB" sz="2400" dirty="0">
              <a:latin typeface="Aptos" panose="020B0004020202020204" pitchFamily="34" charset="0"/>
            </a:endParaRPr>
          </a:p>
        </p:txBody>
      </p:sp>
      <p:sp>
        <p:nvSpPr>
          <p:cNvPr id="17" name="Freeform 997">
            <a:extLst>
              <a:ext uri="{FF2B5EF4-FFF2-40B4-BE49-F238E27FC236}">
                <a16:creationId xmlns:a16="http://schemas.microsoft.com/office/drawing/2014/main" id="{920C16AE-8B40-4FEA-9DB3-8BEC9FFE938E}"/>
              </a:ext>
            </a:extLst>
          </p:cNvPr>
          <p:cNvSpPr>
            <a:spLocks noChangeAspect="1" noEditPoints="1"/>
          </p:cNvSpPr>
          <p:nvPr/>
        </p:nvSpPr>
        <p:spPr bwMode="auto">
          <a:xfrm>
            <a:off x="9122036" y="2371047"/>
            <a:ext cx="432000" cy="432000"/>
          </a:xfrm>
          <a:custGeom>
            <a:avLst/>
            <a:gdLst>
              <a:gd name="T0" fmla="*/ 394 w 512"/>
              <a:gd name="T1" fmla="*/ 280 h 512"/>
              <a:gd name="T2" fmla="*/ 365 w 512"/>
              <a:gd name="T3" fmla="*/ 309 h 512"/>
              <a:gd name="T4" fmla="*/ 167 w 512"/>
              <a:gd name="T5" fmla="*/ 309 h 512"/>
              <a:gd name="T6" fmla="*/ 117 w 512"/>
              <a:gd name="T7" fmla="*/ 259 h 512"/>
              <a:gd name="T8" fmla="*/ 167 w 512"/>
              <a:gd name="T9" fmla="*/ 210 h 512"/>
              <a:gd name="T10" fmla="*/ 189 w 512"/>
              <a:gd name="T11" fmla="*/ 217 h 512"/>
              <a:gd name="T12" fmla="*/ 199 w 512"/>
              <a:gd name="T13" fmla="*/ 221 h 512"/>
              <a:gd name="T14" fmla="*/ 208 w 512"/>
              <a:gd name="T15" fmla="*/ 213 h 512"/>
              <a:gd name="T16" fmla="*/ 208 w 512"/>
              <a:gd name="T17" fmla="*/ 211 h 512"/>
              <a:gd name="T18" fmla="*/ 210 w 512"/>
              <a:gd name="T19" fmla="*/ 206 h 512"/>
              <a:gd name="T20" fmla="*/ 277 w 512"/>
              <a:gd name="T21" fmla="*/ 160 h 512"/>
              <a:gd name="T22" fmla="*/ 347 w 512"/>
              <a:gd name="T23" fmla="*/ 230 h 512"/>
              <a:gd name="T24" fmla="*/ 347 w 512"/>
              <a:gd name="T25" fmla="*/ 234 h 512"/>
              <a:gd name="T26" fmla="*/ 347 w 512"/>
              <a:gd name="T27" fmla="*/ 239 h 512"/>
              <a:gd name="T28" fmla="*/ 350 w 512"/>
              <a:gd name="T29" fmla="*/ 249 h 512"/>
              <a:gd name="T30" fmla="*/ 361 w 512"/>
              <a:gd name="T31" fmla="*/ 251 h 512"/>
              <a:gd name="T32" fmla="*/ 363 w 512"/>
              <a:gd name="T33" fmla="*/ 250 h 512"/>
              <a:gd name="T34" fmla="*/ 365 w 512"/>
              <a:gd name="T35" fmla="*/ 250 h 512"/>
              <a:gd name="T36" fmla="*/ 394 w 512"/>
              <a:gd name="T37" fmla="*/ 280 h 512"/>
              <a:gd name="T38" fmla="*/ 512 w 512"/>
              <a:gd name="T39" fmla="*/ 256 h 512"/>
              <a:gd name="T40" fmla="*/ 256 w 512"/>
              <a:gd name="T41" fmla="*/ 512 h 512"/>
              <a:gd name="T42" fmla="*/ 0 w 512"/>
              <a:gd name="T43" fmla="*/ 256 h 512"/>
              <a:gd name="T44" fmla="*/ 256 w 512"/>
              <a:gd name="T45" fmla="*/ 0 h 512"/>
              <a:gd name="T46" fmla="*/ 512 w 512"/>
              <a:gd name="T47" fmla="*/ 256 h 512"/>
              <a:gd name="T48" fmla="*/ 416 w 512"/>
              <a:gd name="T49" fmla="*/ 280 h 512"/>
              <a:gd name="T50" fmla="*/ 369 w 512"/>
              <a:gd name="T51" fmla="*/ 229 h 512"/>
              <a:gd name="T52" fmla="*/ 277 w 512"/>
              <a:gd name="T53" fmla="*/ 138 h 512"/>
              <a:gd name="T54" fmla="*/ 192 w 512"/>
              <a:gd name="T55" fmla="*/ 194 h 512"/>
              <a:gd name="T56" fmla="*/ 167 w 512"/>
              <a:gd name="T57" fmla="*/ 189 h 512"/>
              <a:gd name="T58" fmla="*/ 96 w 512"/>
              <a:gd name="T59" fmla="*/ 259 h 512"/>
              <a:gd name="T60" fmla="*/ 167 w 512"/>
              <a:gd name="T61" fmla="*/ 330 h 512"/>
              <a:gd name="T62" fmla="*/ 365 w 512"/>
              <a:gd name="T63" fmla="*/ 330 h 512"/>
              <a:gd name="T64" fmla="*/ 416 w 512"/>
              <a:gd name="T65" fmla="*/ 28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94" y="280"/>
                </a:moveTo>
                <a:cubicBezTo>
                  <a:pt x="394" y="296"/>
                  <a:pt x="381" y="309"/>
                  <a:pt x="365" y="309"/>
                </a:cubicBezTo>
                <a:cubicBezTo>
                  <a:pt x="167" y="309"/>
                  <a:pt x="167" y="309"/>
                  <a:pt x="167" y="309"/>
                </a:cubicBezTo>
                <a:cubicBezTo>
                  <a:pt x="139" y="309"/>
                  <a:pt x="117" y="287"/>
                  <a:pt x="117" y="259"/>
                </a:cubicBezTo>
                <a:cubicBezTo>
                  <a:pt x="117" y="232"/>
                  <a:pt x="139" y="210"/>
                  <a:pt x="167" y="210"/>
                </a:cubicBezTo>
                <a:cubicBezTo>
                  <a:pt x="175" y="210"/>
                  <a:pt x="182" y="212"/>
                  <a:pt x="189" y="217"/>
                </a:cubicBezTo>
                <a:cubicBezTo>
                  <a:pt x="191" y="220"/>
                  <a:pt x="195" y="222"/>
                  <a:pt x="199" y="221"/>
                </a:cubicBezTo>
                <a:cubicBezTo>
                  <a:pt x="204" y="220"/>
                  <a:pt x="207" y="217"/>
                  <a:pt x="208" y="213"/>
                </a:cubicBezTo>
                <a:cubicBezTo>
                  <a:pt x="208" y="211"/>
                  <a:pt x="208" y="211"/>
                  <a:pt x="208" y="211"/>
                </a:cubicBezTo>
                <a:cubicBezTo>
                  <a:pt x="209" y="209"/>
                  <a:pt x="209" y="208"/>
                  <a:pt x="210" y="206"/>
                </a:cubicBezTo>
                <a:cubicBezTo>
                  <a:pt x="220" y="179"/>
                  <a:pt x="248" y="160"/>
                  <a:pt x="277" y="160"/>
                </a:cubicBezTo>
                <a:cubicBezTo>
                  <a:pt x="316" y="160"/>
                  <a:pt x="347" y="191"/>
                  <a:pt x="347" y="230"/>
                </a:cubicBezTo>
                <a:cubicBezTo>
                  <a:pt x="347" y="231"/>
                  <a:pt x="347" y="232"/>
                  <a:pt x="347" y="234"/>
                </a:cubicBezTo>
                <a:cubicBezTo>
                  <a:pt x="347" y="236"/>
                  <a:pt x="347" y="237"/>
                  <a:pt x="347" y="239"/>
                </a:cubicBezTo>
                <a:cubicBezTo>
                  <a:pt x="346" y="243"/>
                  <a:pt x="348" y="247"/>
                  <a:pt x="350" y="249"/>
                </a:cubicBezTo>
                <a:cubicBezTo>
                  <a:pt x="353" y="251"/>
                  <a:pt x="357" y="252"/>
                  <a:pt x="361" y="251"/>
                </a:cubicBezTo>
                <a:cubicBezTo>
                  <a:pt x="362" y="250"/>
                  <a:pt x="363" y="250"/>
                  <a:pt x="363" y="250"/>
                </a:cubicBezTo>
                <a:cubicBezTo>
                  <a:pt x="364" y="250"/>
                  <a:pt x="364" y="250"/>
                  <a:pt x="365" y="250"/>
                </a:cubicBezTo>
                <a:cubicBezTo>
                  <a:pt x="381" y="250"/>
                  <a:pt x="394" y="263"/>
                  <a:pt x="394" y="2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280"/>
                </a:moveTo>
                <a:cubicBezTo>
                  <a:pt x="416" y="253"/>
                  <a:pt x="395" y="231"/>
                  <a:pt x="369" y="229"/>
                </a:cubicBezTo>
                <a:cubicBezTo>
                  <a:pt x="368" y="179"/>
                  <a:pt x="327" y="138"/>
                  <a:pt x="277" y="138"/>
                </a:cubicBezTo>
                <a:cubicBezTo>
                  <a:pt x="240" y="138"/>
                  <a:pt x="206" y="161"/>
                  <a:pt x="192" y="194"/>
                </a:cubicBezTo>
                <a:cubicBezTo>
                  <a:pt x="184" y="190"/>
                  <a:pt x="176" y="189"/>
                  <a:pt x="167" y="189"/>
                </a:cubicBezTo>
                <a:cubicBezTo>
                  <a:pt x="127" y="189"/>
                  <a:pt x="96" y="220"/>
                  <a:pt x="96" y="259"/>
                </a:cubicBezTo>
                <a:cubicBezTo>
                  <a:pt x="96" y="299"/>
                  <a:pt x="127" y="330"/>
                  <a:pt x="167" y="330"/>
                </a:cubicBezTo>
                <a:cubicBezTo>
                  <a:pt x="365" y="330"/>
                  <a:pt x="365" y="330"/>
                  <a:pt x="365" y="330"/>
                </a:cubicBezTo>
                <a:cubicBezTo>
                  <a:pt x="393" y="330"/>
                  <a:pt x="416" y="308"/>
                  <a:pt x="416" y="280"/>
                </a:cubicBez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GB" sz="2400" dirty="0">
              <a:latin typeface="Aptos" panose="020B0004020202020204" pitchFamily="34" charset="0"/>
            </a:endParaRPr>
          </a:p>
        </p:txBody>
      </p:sp>
      <p:sp>
        <p:nvSpPr>
          <p:cNvPr id="18" name="Freeform 315">
            <a:extLst>
              <a:ext uri="{FF2B5EF4-FFF2-40B4-BE49-F238E27FC236}">
                <a16:creationId xmlns:a16="http://schemas.microsoft.com/office/drawing/2014/main" id="{728ED198-E0EF-570A-B6EB-910BB6860132}"/>
              </a:ext>
            </a:extLst>
          </p:cNvPr>
          <p:cNvSpPr>
            <a:spLocks noChangeAspect="1" noEditPoints="1"/>
          </p:cNvSpPr>
          <p:nvPr/>
        </p:nvSpPr>
        <p:spPr bwMode="auto">
          <a:xfrm>
            <a:off x="8226906" y="2371047"/>
            <a:ext cx="432000" cy="432000"/>
          </a:xfrm>
          <a:custGeom>
            <a:avLst/>
            <a:gdLst>
              <a:gd name="T0" fmla="*/ 373 w 512"/>
              <a:gd name="T1" fmla="*/ 138 h 512"/>
              <a:gd name="T2" fmla="*/ 298 w 512"/>
              <a:gd name="T3" fmla="*/ 228 h 512"/>
              <a:gd name="T4" fmla="*/ 339 w 512"/>
              <a:gd name="T5" fmla="*/ 369 h 512"/>
              <a:gd name="T6" fmla="*/ 273 w 512"/>
              <a:gd name="T7" fmla="*/ 272 h 512"/>
              <a:gd name="T8" fmla="*/ 256 w 512"/>
              <a:gd name="T9" fmla="*/ 270 h 512"/>
              <a:gd name="T10" fmla="*/ 202 w 512"/>
              <a:gd name="T11" fmla="*/ 333 h 512"/>
              <a:gd name="T12" fmla="*/ 214 w 512"/>
              <a:gd name="T13" fmla="*/ 388 h 512"/>
              <a:gd name="T14" fmla="*/ 176 w 512"/>
              <a:gd name="T15" fmla="*/ 332 h 512"/>
              <a:gd name="T16" fmla="*/ 131 w 512"/>
              <a:gd name="T17" fmla="*/ 290 h 512"/>
              <a:gd name="T18" fmla="*/ 189 w 512"/>
              <a:gd name="T19" fmla="*/ 307 h 512"/>
              <a:gd name="T20" fmla="*/ 244 w 512"/>
              <a:gd name="T21" fmla="*/ 246 h 512"/>
              <a:gd name="T22" fmla="*/ 135 w 512"/>
              <a:gd name="T23" fmla="*/ 181 h 512"/>
              <a:gd name="T24" fmla="*/ 272 w 512"/>
              <a:gd name="T25" fmla="*/ 216 h 512"/>
              <a:gd name="T26" fmla="*/ 343 w 512"/>
              <a:gd name="T27" fmla="*/ 154 h 512"/>
              <a:gd name="T28" fmla="*/ 256 w 512"/>
              <a:gd name="T29" fmla="*/ 512 h 512"/>
              <a:gd name="T30" fmla="*/ 256 w 512"/>
              <a:gd name="T31" fmla="*/ 0 h 512"/>
              <a:gd name="T32" fmla="*/ 389 w 512"/>
              <a:gd name="T33" fmla="*/ 123 h 512"/>
              <a:gd name="T34" fmla="*/ 328 w 512"/>
              <a:gd name="T35" fmla="*/ 138 h 512"/>
              <a:gd name="T36" fmla="*/ 143 w 512"/>
              <a:gd name="T37" fmla="*/ 150 h 512"/>
              <a:gd name="T38" fmla="*/ 109 w 512"/>
              <a:gd name="T39" fmla="*/ 176 h 512"/>
              <a:gd name="T40" fmla="*/ 112 w 512"/>
              <a:gd name="T41" fmla="*/ 193 h 512"/>
              <a:gd name="T42" fmla="*/ 179 w 512"/>
              <a:gd name="T43" fmla="*/ 287 h 512"/>
              <a:gd name="T44" fmla="*/ 121 w 512"/>
              <a:gd name="T45" fmla="*/ 270 h 512"/>
              <a:gd name="T46" fmla="*/ 96 w 512"/>
              <a:gd name="T47" fmla="*/ 301 h 512"/>
              <a:gd name="T48" fmla="*/ 163 w 512"/>
              <a:gd name="T49" fmla="*/ 349 h 512"/>
              <a:gd name="T50" fmla="*/ 211 w 512"/>
              <a:gd name="T51" fmla="*/ 416 h 512"/>
              <a:gd name="T52" fmla="*/ 219 w 512"/>
              <a:gd name="T53" fmla="*/ 413 h 512"/>
              <a:gd name="T54" fmla="*/ 244 w 512"/>
              <a:gd name="T55" fmla="*/ 379 h 512"/>
              <a:gd name="T56" fmla="*/ 262 w 512"/>
              <a:gd name="T57" fmla="*/ 295 h 512"/>
              <a:gd name="T58" fmla="*/ 327 w 512"/>
              <a:gd name="T59" fmla="*/ 405 h 512"/>
              <a:gd name="T60" fmla="*/ 358 w 512"/>
              <a:gd name="T61" fmla="*/ 379 h 512"/>
              <a:gd name="T62" fmla="*/ 318 w 512"/>
              <a:gd name="T63" fmla="*/ 239 h 512"/>
              <a:gd name="T64" fmla="*/ 374 w 512"/>
              <a:gd name="T65" fmla="*/ 18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12" h="512">
                <a:moveTo>
                  <a:pt x="343" y="154"/>
                </a:moveTo>
                <a:cubicBezTo>
                  <a:pt x="354" y="145"/>
                  <a:pt x="368" y="138"/>
                  <a:pt x="373" y="138"/>
                </a:cubicBezTo>
                <a:cubicBezTo>
                  <a:pt x="373" y="144"/>
                  <a:pt x="366" y="157"/>
                  <a:pt x="358" y="169"/>
                </a:cubicBezTo>
                <a:cubicBezTo>
                  <a:pt x="298" y="228"/>
                  <a:pt x="298" y="228"/>
                  <a:pt x="298" y="228"/>
                </a:cubicBezTo>
                <a:cubicBezTo>
                  <a:pt x="295" y="231"/>
                  <a:pt x="294" y="236"/>
                  <a:pt x="295" y="239"/>
                </a:cubicBezTo>
                <a:cubicBezTo>
                  <a:pt x="339" y="369"/>
                  <a:pt x="339" y="369"/>
                  <a:pt x="339" y="369"/>
                </a:cubicBezTo>
                <a:cubicBezTo>
                  <a:pt x="331" y="377"/>
                  <a:pt x="331" y="377"/>
                  <a:pt x="331" y="377"/>
                </a:cubicBezTo>
                <a:cubicBezTo>
                  <a:pt x="273" y="272"/>
                  <a:pt x="273" y="272"/>
                  <a:pt x="273" y="272"/>
                </a:cubicBezTo>
                <a:cubicBezTo>
                  <a:pt x="272" y="269"/>
                  <a:pt x="269" y="267"/>
                  <a:pt x="266" y="267"/>
                </a:cubicBezTo>
                <a:cubicBezTo>
                  <a:pt x="262" y="266"/>
                  <a:pt x="259" y="268"/>
                  <a:pt x="256" y="270"/>
                </a:cubicBezTo>
                <a:cubicBezTo>
                  <a:pt x="205" y="322"/>
                  <a:pt x="205" y="322"/>
                  <a:pt x="205" y="322"/>
                </a:cubicBezTo>
                <a:cubicBezTo>
                  <a:pt x="202" y="325"/>
                  <a:pt x="201" y="329"/>
                  <a:pt x="202" y="333"/>
                </a:cubicBezTo>
                <a:cubicBezTo>
                  <a:pt x="221" y="381"/>
                  <a:pt x="221" y="381"/>
                  <a:pt x="221" y="381"/>
                </a:cubicBezTo>
                <a:cubicBezTo>
                  <a:pt x="214" y="388"/>
                  <a:pt x="214" y="388"/>
                  <a:pt x="214" y="388"/>
                </a:cubicBezTo>
                <a:cubicBezTo>
                  <a:pt x="179" y="335"/>
                  <a:pt x="179" y="335"/>
                  <a:pt x="179" y="335"/>
                </a:cubicBezTo>
                <a:cubicBezTo>
                  <a:pt x="179" y="334"/>
                  <a:pt x="177" y="333"/>
                  <a:pt x="176" y="332"/>
                </a:cubicBezTo>
                <a:cubicBezTo>
                  <a:pt x="123" y="298"/>
                  <a:pt x="123" y="298"/>
                  <a:pt x="123" y="298"/>
                </a:cubicBezTo>
                <a:cubicBezTo>
                  <a:pt x="131" y="290"/>
                  <a:pt x="131" y="290"/>
                  <a:pt x="131" y="290"/>
                </a:cubicBezTo>
                <a:cubicBezTo>
                  <a:pt x="178" y="309"/>
                  <a:pt x="178" y="309"/>
                  <a:pt x="178" y="309"/>
                </a:cubicBezTo>
                <a:cubicBezTo>
                  <a:pt x="182" y="311"/>
                  <a:pt x="186" y="310"/>
                  <a:pt x="189" y="307"/>
                </a:cubicBezTo>
                <a:cubicBezTo>
                  <a:pt x="241" y="255"/>
                  <a:pt x="241" y="255"/>
                  <a:pt x="241" y="255"/>
                </a:cubicBezTo>
                <a:cubicBezTo>
                  <a:pt x="244" y="252"/>
                  <a:pt x="245" y="249"/>
                  <a:pt x="244" y="246"/>
                </a:cubicBezTo>
                <a:cubicBezTo>
                  <a:pt x="244" y="242"/>
                  <a:pt x="242" y="240"/>
                  <a:pt x="239" y="238"/>
                </a:cubicBezTo>
                <a:cubicBezTo>
                  <a:pt x="135" y="181"/>
                  <a:pt x="135" y="181"/>
                  <a:pt x="135" y="181"/>
                </a:cubicBezTo>
                <a:cubicBezTo>
                  <a:pt x="142" y="173"/>
                  <a:pt x="142" y="173"/>
                  <a:pt x="142" y="173"/>
                </a:cubicBezTo>
                <a:cubicBezTo>
                  <a:pt x="272" y="216"/>
                  <a:pt x="272" y="216"/>
                  <a:pt x="272" y="216"/>
                </a:cubicBezTo>
                <a:cubicBezTo>
                  <a:pt x="276" y="217"/>
                  <a:pt x="280" y="216"/>
                  <a:pt x="283" y="213"/>
                </a:cubicBezTo>
                <a:lnTo>
                  <a:pt x="343" y="154"/>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89" y="123"/>
                </a:moveTo>
                <a:cubicBezTo>
                  <a:pt x="373" y="107"/>
                  <a:pt x="342" y="127"/>
                  <a:pt x="329" y="137"/>
                </a:cubicBezTo>
                <a:cubicBezTo>
                  <a:pt x="329" y="137"/>
                  <a:pt x="328" y="138"/>
                  <a:pt x="328" y="138"/>
                </a:cubicBezTo>
                <a:cubicBezTo>
                  <a:pt x="272" y="194"/>
                  <a:pt x="272" y="194"/>
                  <a:pt x="272" y="194"/>
                </a:cubicBezTo>
                <a:cubicBezTo>
                  <a:pt x="143" y="150"/>
                  <a:pt x="143" y="150"/>
                  <a:pt x="143" y="150"/>
                </a:cubicBezTo>
                <a:cubicBezTo>
                  <a:pt x="139" y="149"/>
                  <a:pt x="135" y="150"/>
                  <a:pt x="132" y="153"/>
                </a:cubicBezTo>
                <a:cubicBezTo>
                  <a:pt x="109" y="176"/>
                  <a:pt x="109" y="176"/>
                  <a:pt x="109" y="176"/>
                </a:cubicBezTo>
                <a:cubicBezTo>
                  <a:pt x="107" y="178"/>
                  <a:pt x="106" y="181"/>
                  <a:pt x="106" y="185"/>
                </a:cubicBezTo>
                <a:cubicBezTo>
                  <a:pt x="107" y="188"/>
                  <a:pt x="109" y="191"/>
                  <a:pt x="112" y="193"/>
                </a:cubicBezTo>
                <a:cubicBezTo>
                  <a:pt x="216" y="250"/>
                  <a:pt x="216" y="250"/>
                  <a:pt x="216" y="250"/>
                </a:cubicBezTo>
                <a:cubicBezTo>
                  <a:pt x="179" y="287"/>
                  <a:pt x="179" y="287"/>
                  <a:pt x="179" y="287"/>
                </a:cubicBezTo>
                <a:cubicBezTo>
                  <a:pt x="132" y="268"/>
                  <a:pt x="132" y="268"/>
                  <a:pt x="132" y="268"/>
                </a:cubicBezTo>
                <a:cubicBezTo>
                  <a:pt x="128" y="266"/>
                  <a:pt x="124" y="267"/>
                  <a:pt x="121" y="270"/>
                </a:cubicBezTo>
                <a:cubicBezTo>
                  <a:pt x="99" y="292"/>
                  <a:pt x="99" y="292"/>
                  <a:pt x="99" y="292"/>
                </a:cubicBezTo>
                <a:cubicBezTo>
                  <a:pt x="96" y="294"/>
                  <a:pt x="95" y="297"/>
                  <a:pt x="96" y="301"/>
                </a:cubicBezTo>
                <a:cubicBezTo>
                  <a:pt x="96" y="304"/>
                  <a:pt x="98" y="307"/>
                  <a:pt x="100" y="308"/>
                </a:cubicBezTo>
                <a:cubicBezTo>
                  <a:pt x="163" y="349"/>
                  <a:pt x="163" y="349"/>
                  <a:pt x="163" y="349"/>
                </a:cubicBezTo>
                <a:cubicBezTo>
                  <a:pt x="203" y="411"/>
                  <a:pt x="203" y="411"/>
                  <a:pt x="203" y="411"/>
                </a:cubicBezTo>
                <a:cubicBezTo>
                  <a:pt x="205" y="414"/>
                  <a:pt x="208" y="415"/>
                  <a:pt x="211" y="416"/>
                </a:cubicBezTo>
                <a:cubicBezTo>
                  <a:pt x="211" y="416"/>
                  <a:pt x="212" y="416"/>
                  <a:pt x="212" y="416"/>
                </a:cubicBezTo>
                <a:cubicBezTo>
                  <a:pt x="215" y="416"/>
                  <a:pt x="217" y="415"/>
                  <a:pt x="219" y="413"/>
                </a:cubicBezTo>
                <a:cubicBezTo>
                  <a:pt x="241" y="391"/>
                  <a:pt x="241" y="391"/>
                  <a:pt x="241" y="391"/>
                </a:cubicBezTo>
                <a:cubicBezTo>
                  <a:pt x="244" y="388"/>
                  <a:pt x="245" y="383"/>
                  <a:pt x="244" y="379"/>
                </a:cubicBezTo>
                <a:cubicBezTo>
                  <a:pt x="225" y="332"/>
                  <a:pt x="225" y="332"/>
                  <a:pt x="225" y="332"/>
                </a:cubicBezTo>
                <a:cubicBezTo>
                  <a:pt x="262" y="295"/>
                  <a:pt x="262" y="295"/>
                  <a:pt x="262" y="295"/>
                </a:cubicBezTo>
                <a:cubicBezTo>
                  <a:pt x="319" y="399"/>
                  <a:pt x="319" y="399"/>
                  <a:pt x="319" y="399"/>
                </a:cubicBezTo>
                <a:cubicBezTo>
                  <a:pt x="320" y="402"/>
                  <a:pt x="323" y="404"/>
                  <a:pt x="327" y="405"/>
                </a:cubicBezTo>
                <a:cubicBezTo>
                  <a:pt x="330" y="405"/>
                  <a:pt x="333" y="404"/>
                  <a:pt x="336" y="402"/>
                </a:cubicBezTo>
                <a:cubicBezTo>
                  <a:pt x="358" y="379"/>
                  <a:pt x="358" y="379"/>
                  <a:pt x="358" y="379"/>
                </a:cubicBezTo>
                <a:cubicBezTo>
                  <a:pt x="361" y="376"/>
                  <a:pt x="362" y="372"/>
                  <a:pt x="361" y="368"/>
                </a:cubicBezTo>
                <a:cubicBezTo>
                  <a:pt x="318" y="239"/>
                  <a:pt x="318" y="239"/>
                  <a:pt x="318" y="239"/>
                </a:cubicBezTo>
                <a:cubicBezTo>
                  <a:pt x="373" y="183"/>
                  <a:pt x="373" y="183"/>
                  <a:pt x="373" y="183"/>
                </a:cubicBezTo>
                <a:cubicBezTo>
                  <a:pt x="374" y="183"/>
                  <a:pt x="374" y="182"/>
                  <a:pt x="374" y="182"/>
                </a:cubicBezTo>
                <a:cubicBezTo>
                  <a:pt x="384" y="170"/>
                  <a:pt x="404" y="139"/>
                  <a:pt x="389" y="12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GB" sz="2400" dirty="0">
              <a:latin typeface="Aptos" panose="020B0004020202020204" pitchFamily="34" charset="0"/>
            </a:endParaRPr>
          </a:p>
        </p:txBody>
      </p:sp>
      <p:sp>
        <p:nvSpPr>
          <p:cNvPr id="20" name="Freeform 333">
            <a:extLst>
              <a:ext uri="{FF2B5EF4-FFF2-40B4-BE49-F238E27FC236}">
                <a16:creationId xmlns:a16="http://schemas.microsoft.com/office/drawing/2014/main" id="{491652E5-2C0E-A951-42DA-33B62AC3DD92}"/>
              </a:ext>
            </a:extLst>
          </p:cNvPr>
          <p:cNvSpPr>
            <a:spLocks noChangeAspect="1" noEditPoints="1"/>
          </p:cNvSpPr>
          <p:nvPr/>
        </p:nvSpPr>
        <p:spPr bwMode="auto">
          <a:xfrm>
            <a:off x="10007005" y="2371047"/>
            <a:ext cx="432000" cy="432000"/>
          </a:xfrm>
          <a:custGeom>
            <a:avLst/>
            <a:gdLst>
              <a:gd name="T0" fmla="*/ 276 w 512"/>
              <a:gd name="T1" fmla="*/ 352 h 512"/>
              <a:gd name="T2" fmla="*/ 355 w 512"/>
              <a:gd name="T3" fmla="*/ 352 h 512"/>
              <a:gd name="T4" fmla="*/ 354 w 512"/>
              <a:gd name="T5" fmla="*/ 354 h 512"/>
              <a:gd name="T6" fmla="*/ 316 w 512"/>
              <a:gd name="T7" fmla="*/ 369 h 512"/>
              <a:gd name="T8" fmla="*/ 278 w 512"/>
              <a:gd name="T9" fmla="*/ 354 h 512"/>
              <a:gd name="T10" fmla="*/ 276 w 512"/>
              <a:gd name="T11" fmla="*/ 352 h 512"/>
              <a:gd name="T12" fmla="*/ 233 w 512"/>
              <a:gd name="T13" fmla="*/ 158 h 512"/>
              <a:gd name="T14" fmla="*/ 195 w 512"/>
              <a:gd name="T15" fmla="*/ 142 h 512"/>
              <a:gd name="T16" fmla="*/ 158 w 512"/>
              <a:gd name="T17" fmla="*/ 158 h 512"/>
              <a:gd name="T18" fmla="*/ 142 w 512"/>
              <a:gd name="T19" fmla="*/ 195 h 512"/>
              <a:gd name="T20" fmla="*/ 158 w 512"/>
              <a:gd name="T21" fmla="*/ 233 h 512"/>
              <a:gd name="T22" fmla="*/ 210 w 512"/>
              <a:gd name="T23" fmla="*/ 286 h 512"/>
              <a:gd name="T24" fmla="*/ 286 w 512"/>
              <a:gd name="T25" fmla="*/ 210 h 512"/>
              <a:gd name="T26" fmla="*/ 233 w 512"/>
              <a:gd name="T27" fmla="*/ 158 h 512"/>
              <a:gd name="T28" fmla="*/ 320 w 512"/>
              <a:gd name="T29" fmla="*/ 245 h 512"/>
              <a:gd name="T30" fmla="*/ 301 w 512"/>
              <a:gd name="T31" fmla="*/ 226 h 512"/>
              <a:gd name="T32" fmla="*/ 281 w 512"/>
              <a:gd name="T33" fmla="*/ 245 h 512"/>
              <a:gd name="T34" fmla="*/ 320 w 512"/>
              <a:gd name="T35" fmla="*/ 245 h 512"/>
              <a:gd name="T36" fmla="*/ 234 w 512"/>
              <a:gd name="T37" fmla="*/ 309 h 512"/>
              <a:gd name="T38" fmla="*/ 256 w 512"/>
              <a:gd name="T39" fmla="*/ 331 h 512"/>
              <a:gd name="T40" fmla="*/ 256 w 512"/>
              <a:gd name="T41" fmla="*/ 330 h 512"/>
              <a:gd name="T42" fmla="*/ 367 w 512"/>
              <a:gd name="T43" fmla="*/ 330 h 512"/>
              <a:gd name="T44" fmla="*/ 369 w 512"/>
              <a:gd name="T45" fmla="*/ 316 h 512"/>
              <a:gd name="T46" fmla="*/ 369 w 512"/>
              <a:gd name="T47" fmla="*/ 309 h 512"/>
              <a:gd name="T48" fmla="*/ 234 w 512"/>
              <a:gd name="T49" fmla="*/ 309 h 512"/>
              <a:gd name="T50" fmla="*/ 239 w 512"/>
              <a:gd name="T51" fmla="*/ 288 h 512"/>
              <a:gd name="T52" fmla="*/ 361 w 512"/>
              <a:gd name="T53" fmla="*/ 288 h 512"/>
              <a:gd name="T54" fmla="*/ 354 w 512"/>
              <a:gd name="T55" fmla="*/ 278 h 512"/>
              <a:gd name="T56" fmla="*/ 341 w 512"/>
              <a:gd name="T57" fmla="*/ 266 h 512"/>
              <a:gd name="T58" fmla="*/ 341 w 512"/>
              <a:gd name="T59" fmla="*/ 266 h 512"/>
              <a:gd name="T60" fmla="*/ 260 w 512"/>
              <a:gd name="T61" fmla="*/ 266 h 512"/>
              <a:gd name="T62" fmla="*/ 239 w 512"/>
              <a:gd name="T63" fmla="*/ 288 h 512"/>
              <a:gd name="T64" fmla="*/ 512 w 512"/>
              <a:gd name="T65" fmla="*/ 256 h 512"/>
              <a:gd name="T66" fmla="*/ 256 w 512"/>
              <a:gd name="T67" fmla="*/ 512 h 512"/>
              <a:gd name="T68" fmla="*/ 0 w 512"/>
              <a:gd name="T69" fmla="*/ 256 h 512"/>
              <a:gd name="T70" fmla="*/ 256 w 512"/>
              <a:gd name="T71" fmla="*/ 0 h 512"/>
              <a:gd name="T72" fmla="*/ 512 w 512"/>
              <a:gd name="T73" fmla="*/ 256 h 512"/>
              <a:gd name="T74" fmla="*/ 391 w 512"/>
              <a:gd name="T75" fmla="*/ 316 h 512"/>
              <a:gd name="T76" fmla="*/ 369 w 512"/>
              <a:gd name="T77" fmla="*/ 263 h 512"/>
              <a:gd name="T78" fmla="*/ 308 w 512"/>
              <a:gd name="T79" fmla="*/ 203 h 512"/>
              <a:gd name="T80" fmla="*/ 248 w 512"/>
              <a:gd name="T81" fmla="*/ 143 h 512"/>
              <a:gd name="T82" fmla="*/ 195 w 512"/>
              <a:gd name="T83" fmla="*/ 121 h 512"/>
              <a:gd name="T84" fmla="*/ 143 w 512"/>
              <a:gd name="T85" fmla="*/ 143 h 512"/>
              <a:gd name="T86" fmla="*/ 121 w 512"/>
              <a:gd name="T87" fmla="*/ 195 h 512"/>
              <a:gd name="T88" fmla="*/ 143 w 512"/>
              <a:gd name="T89" fmla="*/ 248 h 512"/>
              <a:gd name="T90" fmla="*/ 203 w 512"/>
              <a:gd name="T91" fmla="*/ 308 h 512"/>
              <a:gd name="T92" fmla="*/ 263 w 512"/>
              <a:gd name="T93" fmla="*/ 369 h 512"/>
              <a:gd name="T94" fmla="*/ 316 w 512"/>
              <a:gd name="T95" fmla="*/ 391 h 512"/>
              <a:gd name="T96" fmla="*/ 369 w 512"/>
              <a:gd name="T97" fmla="*/ 369 h 512"/>
              <a:gd name="T98" fmla="*/ 391 w 512"/>
              <a:gd name="T99" fmla="*/ 31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12" h="512">
                <a:moveTo>
                  <a:pt x="276" y="352"/>
                </a:moveTo>
                <a:cubicBezTo>
                  <a:pt x="355" y="352"/>
                  <a:pt x="355" y="352"/>
                  <a:pt x="355" y="352"/>
                </a:cubicBezTo>
                <a:cubicBezTo>
                  <a:pt x="355" y="352"/>
                  <a:pt x="354" y="353"/>
                  <a:pt x="354" y="354"/>
                </a:cubicBezTo>
                <a:cubicBezTo>
                  <a:pt x="344" y="364"/>
                  <a:pt x="330" y="369"/>
                  <a:pt x="316" y="369"/>
                </a:cubicBezTo>
                <a:cubicBezTo>
                  <a:pt x="302" y="369"/>
                  <a:pt x="288" y="364"/>
                  <a:pt x="278" y="354"/>
                </a:cubicBezTo>
                <a:lnTo>
                  <a:pt x="276" y="352"/>
                </a:lnTo>
                <a:close/>
                <a:moveTo>
                  <a:pt x="233" y="158"/>
                </a:moveTo>
                <a:cubicBezTo>
                  <a:pt x="223" y="148"/>
                  <a:pt x="210" y="142"/>
                  <a:pt x="195" y="142"/>
                </a:cubicBezTo>
                <a:cubicBezTo>
                  <a:pt x="181" y="142"/>
                  <a:pt x="168" y="148"/>
                  <a:pt x="158" y="158"/>
                </a:cubicBezTo>
                <a:cubicBezTo>
                  <a:pt x="148" y="168"/>
                  <a:pt x="142" y="181"/>
                  <a:pt x="142" y="195"/>
                </a:cubicBezTo>
                <a:cubicBezTo>
                  <a:pt x="142" y="210"/>
                  <a:pt x="148" y="223"/>
                  <a:pt x="158" y="233"/>
                </a:cubicBezTo>
                <a:cubicBezTo>
                  <a:pt x="210" y="286"/>
                  <a:pt x="210" y="286"/>
                  <a:pt x="210" y="286"/>
                </a:cubicBezTo>
                <a:cubicBezTo>
                  <a:pt x="286" y="210"/>
                  <a:pt x="286" y="210"/>
                  <a:pt x="286" y="210"/>
                </a:cubicBezTo>
                <a:lnTo>
                  <a:pt x="233" y="158"/>
                </a:lnTo>
                <a:close/>
                <a:moveTo>
                  <a:pt x="320" y="245"/>
                </a:moveTo>
                <a:cubicBezTo>
                  <a:pt x="301" y="226"/>
                  <a:pt x="301" y="226"/>
                  <a:pt x="301" y="226"/>
                </a:cubicBezTo>
                <a:cubicBezTo>
                  <a:pt x="281" y="245"/>
                  <a:pt x="281" y="245"/>
                  <a:pt x="281" y="245"/>
                </a:cubicBezTo>
                <a:lnTo>
                  <a:pt x="320" y="245"/>
                </a:lnTo>
                <a:close/>
                <a:moveTo>
                  <a:pt x="234" y="309"/>
                </a:moveTo>
                <a:cubicBezTo>
                  <a:pt x="256" y="331"/>
                  <a:pt x="256" y="331"/>
                  <a:pt x="256" y="331"/>
                </a:cubicBezTo>
                <a:cubicBezTo>
                  <a:pt x="256" y="330"/>
                  <a:pt x="256" y="330"/>
                  <a:pt x="256" y="330"/>
                </a:cubicBezTo>
                <a:cubicBezTo>
                  <a:pt x="367" y="330"/>
                  <a:pt x="367" y="330"/>
                  <a:pt x="367" y="330"/>
                </a:cubicBezTo>
                <a:cubicBezTo>
                  <a:pt x="368" y="326"/>
                  <a:pt x="369" y="321"/>
                  <a:pt x="369" y="316"/>
                </a:cubicBezTo>
                <a:cubicBezTo>
                  <a:pt x="369" y="314"/>
                  <a:pt x="369" y="311"/>
                  <a:pt x="369" y="309"/>
                </a:cubicBezTo>
                <a:lnTo>
                  <a:pt x="234" y="309"/>
                </a:lnTo>
                <a:close/>
                <a:moveTo>
                  <a:pt x="239" y="288"/>
                </a:moveTo>
                <a:cubicBezTo>
                  <a:pt x="361" y="288"/>
                  <a:pt x="361" y="288"/>
                  <a:pt x="361" y="288"/>
                </a:cubicBezTo>
                <a:cubicBezTo>
                  <a:pt x="359" y="284"/>
                  <a:pt x="357" y="281"/>
                  <a:pt x="354" y="278"/>
                </a:cubicBezTo>
                <a:cubicBezTo>
                  <a:pt x="341" y="266"/>
                  <a:pt x="341" y="266"/>
                  <a:pt x="341" y="266"/>
                </a:cubicBezTo>
                <a:cubicBezTo>
                  <a:pt x="341" y="266"/>
                  <a:pt x="341" y="266"/>
                  <a:pt x="341" y="266"/>
                </a:cubicBezTo>
                <a:cubicBezTo>
                  <a:pt x="260" y="266"/>
                  <a:pt x="260" y="266"/>
                  <a:pt x="260" y="266"/>
                </a:cubicBezTo>
                <a:lnTo>
                  <a:pt x="239" y="288"/>
                </a:ln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91" y="316"/>
                </a:moveTo>
                <a:cubicBezTo>
                  <a:pt x="391" y="296"/>
                  <a:pt x="383" y="277"/>
                  <a:pt x="369" y="263"/>
                </a:cubicBezTo>
                <a:cubicBezTo>
                  <a:pt x="308" y="203"/>
                  <a:pt x="308" y="203"/>
                  <a:pt x="308" y="203"/>
                </a:cubicBezTo>
                <a:cubicBezTo>
                  <a:pt x="248" y="143"/>
                  <a:pt x="248" y="143"/>
                  <a:pt x="248" y="143"/>
                </a:cubicBezTo>
                <a:cubicBezTo>
                  <a:pt x="234" y="128"/>
                  <a:pt x="215" y="121"/>
                  <a:pt x="195" y="121"/>
                </a:cubicBezTo>
                <a:cubicBezTo>
                  <a:pt x="175" y="121"/>
                  <a:pt x="157" y="128"/>
                  <a:pt x="143" y="143"/>
                </a:cubicBezTo>
                <a:cubicBezTo>
                  <a:pt x="128" y="157"/>
                  <a:pt x="121" y="175"/>
                  <a:pt x="121" y="195"/>
                </a:cubicBezTo>
                <a:cubicBezTo>
                  <a:pt x="121" y="215"/>
                  <a:pt x="128" y="234"/>
                  <a:pt x="143" y="248"/>
                </a:cubicBezTo>
                <a:cubicBezTo>
                  <a:pt x="203" y="308"/>
                  <a:pt x="203" y="308"/>
                  <a:pt x="203" y="308"/>
                </a:cubicBezTo>
                <a:cubicBezTo>
                  <a:pt x="263" y="369"/>
                  <a:pt x="263" y="369"/>
                  <a:pt x="263" y="369"/>
                </a:cubicBezTo>
                <a:cubicBezTo>
                  <a:pt x="277" y="383"/>
                  <a:pt x="296" y="391"/>
                  <a:pt x="316" y="391"/>
                </a:cubicBezTo>
                <a:cubicBezTo>
                  <a:pt x="336" y="391"/>
                  <a:pt x="355" y="383"/>
                  <a:pt x="369" y="369"/>
                </a:cubicBezTo>
                <a:cubicBezTo>
                  <a:pt x="383" y="355"/>
                  <a:pt x="391" y="336"/>
                  <a:pt x="391" y="316"/>
                </a:cubicBez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GB" sz="2400" dirty="0">
              <a:latin typeface="Aptos" panose="020B0004020202020204" pitchFamily="34" charset="0"/>
            </a:endParaRPr>
          </a:p>
        </p:txBody>
      </p:sp>
      <p:sp>
        <p:nvSpPr>
          <p:cNvPr id="21" name="Freeform 538">
            <a:extLst>
              <a:ext uri="{FF2B5EF4-FFF2-40B4-BE49-F238E27FC236}">
                <a16:creationId xmlns:a16="http://schemas.microsoft.com/office/drawing/2014/main" id="{7F3C57A5-3DAD-8BBF-A7EC-35E5EE4591CD}"/>
              </a:ext>
            </a:extLst>
          </p:cNvPr>
          <p:cNvSpPr>
            <a:spLocks noChangeAspect="1" noEditPoints="1"/>
          </p:cNvSpPr>
          <p:nvPr/>
        </p:nvSpPr>
        <p:spPr bwMode="auto">
          <a:xfrm>
            <a:off x="6396006" y="2371047"/>
            <a:ext cx="432000" cy="432000"/>
          </a:xfrm>
          <a:custGeom>
            <a:avLst/>
            <a:gdLst>
              <a:gd name="T0" fmla="*/ 226 w 512"/>
              <a:gd name="T1" fmla="*/ 352 h 512"/>
              <a:gd name="T2" fmla="*/ 286 w 512"/>
              <a:gd name="T3" fmla="*/ 352 h 512"/>
              <a:gd name="T4" fmla="*/ 279 w 512"/>
              <a:gd name="T5" fmla="*/ 394 h 512"/>
              <a:gd name="T6" fmla="*/ 233 w 512"/>
              <a:gd name="T7" fmla="*/ 394 h 512"/>
              <a:gd name="T8" fmla="*/ 226 w 512"/>
              <a:gd name="T9" fmla="*/ 352 h 512"/>
              <a:gd name="T10" fmla="*/ 256 w 512"/>
              <a:gd name="T11" fmla="*/ 117 h 512"/>
              <a:gd name="T12" fmla="*/ 178 w 512"/>
              <a:gd name="T13" fmla="*/ 191 h 512"/>
              <a:gd name="T14" fmla="*/ 194 w 512"/>
              <a:gd name="T15" fmla="*/ 242 h 512"/>
              <a:gd name="T16" fmla="*/ 224 w 512"/>
              <a:gd name="T17" fmla="*/ 309 h 512"/>
              <a:gd name="T18" fmla="*/ 224 w 512"/>
              <a:gd name="T19" fmla="*/ 330 h 512"/>
              <a:gd name="T20" fmla="*/ 245 w 512"/>
              <a:gd name="T21" fmla="*/ 330 h 512"/>
              <a:gd name="T22" fmla="*/ 245 w 512"/>
              <a:gd name="T23" fmla="*/ 249 h 512"/>
              <a:gd name="T24" fmla="*/ 227 w 512"/>
              <a:gd name="T25" fmla="*/ 231 h 512"/>
              <a:gd name="T26" fmla="*/ 227 w 512"/>
              <a:gd name="T27" fmla="*/ 216 h 512"/>
              <a:gd name="T28" fmla="*/ 242 w 512"/>
              <a:gd name="T29" fmla="*/ 216 h 512"/>
              <a:gd name="T30" fmla="*/ 256 w 512"/>
              <a:gd name="T31" fmla="*/ 230 h 512"/>
              <a:gd name="T32" fmla="*/ 269 w 512"/>
              <a:gd name="T33" fmla="*/ 216 h 512"/>
              <a:gd name="T34" fmla="*/ 285 w 512"/>
              <a:gd name="T35" fmla="*/ 216 h 512"/>
              <a:gd name="T36" fmla="*/ 285 w 512"/>
              <a:gd name="T37" fmla="*/ 231 h 512"/>
              <a:gd name="T38" fmla="*/ 266 w 512"/>
              <a:gd name="T39" fmla="*/ 249 h 512"/>
              <a:gd name="T40" fmla="*/ 266 w 512"/>
              <a:gd name="T41" fmla="*/ 330 h 512"/>
              <a:gd name="T42" fmla="*/ 288 w 512"/>
              <a:gd name="T43" fmla="*/ 330 h 512"/>
              <a:gd name="T44" fmla="*/ 288 w 512"/>
              <a:gd name="T45" fmla="*/ 309 h 512"/>
              <a:gd name="T46" fmla="*/ 318 w 512"/>
              <a:gd name="T47" fmla="*/ 243 h 512"/>
              <a:gd name="T48" fmla="*/ 334 w 512"/>
              <a:gd name="T49" fmla="*/ 191 h 512"/>
              <a:gd name="T50" fmla="*/ 256 w 512"/>
              <a:gd name="T51" fmla="*/ 117 h 512"/>
              <a:gd name="T52" fmla="*/ 512 w 512"/>
              <a:gd name="T53" fmla="*/ 256 h 512"/>
              <a:gd name="T54" fmla="*/ 256 w 512"/>
              <a:gd name="T55" fmla="*/ 512 h 512"/>
              <a:gd name="T56" fmla="*/ 0 w 512"/>
              <a:gd name="T57" fmla="*/ 256 h 512"/>
              <a:gd name="T58" fmla="*/ 256 w 512"/>
              <a:gd name="T59" fmla="*/ 0 h 512"/>
              <a:gd name="T60" fmla="*/ 512 w 512"/>
              <a:gd name="T61" fmla="*/ 256 h 512"/>
              <a:gd name="T62" fmla="*/ 356 w 512"/>
              <a:gd name="T63" fmla="*/ 191 h 512"/>
              <a:gd name="T64" fmla="*/ 256 w 512"/>
              <a:gd name="T65" fmla="*/ 96 h 512"/>
              <a:gd name="T66" fmla="*/ 256 w 512"/>
              <a:gd name="T67" fmla="*/ 96 h 512"/>
              <a:gd name="T68" fmla="*/ 256 w 512"/>
              <a:gd name="T69" fmla="*/ 96 h 512"/>
              <a:gd name="T70" fmla="*/ 256 w 512"/>
              <a:gd name="T71" fmla="*/ 96 h 512"/>
              <a:gd name="T72" fmla="*/ 255 w 512"/>
              <a:gd name="T73" fmla="*/ 96 h 512"/>
              <a:gd name="T74" fmla="*/ 157 w 512"/>
              <a:gd name="T75" fmla="*/ 191 h 512"/>
              <a:gd name="T76" fmla="*/ 176 w 512"/>
              <a:gd name="T77" fmla="*/ 254 h 512"/>
              <a:gd name="T78" fmla="*/ 202 w 512"/>
              <a:gd name="T79" fmla="*/ 309 h 512"/>
              <a:gd name="T80" fmla="*/ 202 w 512"/>
              <a:gd name="T81" fmla="*/ 341 h 512"/>
              <a:gd name="T82" fmla="*/ 203 w 512"/>
              <a:gd name="T83" fmla="*/ 342 h 512"/>
              <a:gd name="T84" fmla="*/ 202 w 512"/>
              <a:gd name="T85" fmla="*/ 343 h 512"/>
              <a:gd name="T86" fmla="*/ 213 w 512"/>
              <a:gd name="T87" fmla="*/ 407 h 512"/>
              <a:gd name="T88" fmla="*/ 224 w 512"/>
              <a:gd name="T89" fmla="*/ 416 h 512"/>
              <a:gd name="T90" fmla="*/ 288 w 512"/>
              <a:gd name="T91" fmla="*/ 416 h 512"/>
              <a:gd name="T92" fmla="*/ 298 w 512"/>
              <a:gd name="T93" fmla="*/ 407 h 512"/>
              <a:gd name="T94" fmla="*/ 309 w 512"/>
              <a:gd name="T95" fmla="*/ 343 h 512"/>
              <a:gd name="T96" fmla="*/ 309 w 512"/>
              <a:gd name="T97" fmla="*/ 342 h 512"/>
              <a:gd name="T98" fmla="*/ 309 w 512"/>
              <a:gd name="T99" fmla="*/ 341 h 512"/>
              <a:gd name="T100" fmla="*/ 309 w 512"/>
              <a:gd name="T101" fmla="*/ 309 h 512"/>
              <a:gd name="T102" fmla="*/ 336 w 512"/>
              <a:gd name="T103" fmla="*/ 254 h 512"/>
              <a:gd name="T104" fmla="*/ 356 w 512"/>
              <a:gd name="T105" fmla="*/ 191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26" y="352"/>
                </a:moveTo>
                <a:cubicBezTo>
                  <a:pt x="286" y="352"/>
                  <a:pt x="286" y="352"/>
                  <a:pt x="286" y="352"/>
                </a:cubicBezTo>
                <a:cubicBezTo>
                  <a:pt x="279" y="394"/>
                  <a:pt x="279" y="394"/>
                  <a:pt x="279" y="394"/>
                </a:cubicBezTo>
                <a:cubicBezTo>
                  <a:pt x="233" y="394"/>
                  <a:pt x="233" y="394"/>
                  <a:pt x="233" y="394"/>
                </a:cubicBezTo>
                <a:lnTo>
                  <a:pt x="226" y="352"/>
                </a:lnTo>
                <a:close/>
                <a:moveTo>
                  <a:pt x="256" y="117"/>
                </a:moveTo>
                <a:cubicBezTo>
                  <a:pt x="214" y="117"/>
                  <a:pt x="178" y="151"/>
                  <a:pt x="178" y="191"/>
                </a:cubicBezTo>
                <a:cubicBezTo>
                  <a:pt x="178" y="219"/>
                  <a:pt x="194" y="242"/>
                  <a:pt x="194" y="242"/>
                </a:cubicBezTo>
                <a:cubicBezTo>
                  <a:pt x="201" y="254"/>
                  <a:pt x="224" y="292"/>
                  <a:pt x="224" y="309"/>
                </a:cubicBezTo>
                <a:cubicBezTo>
                  <a:pt x="224" y="330"/>
                  <a:pt x="224" y="330"/>
                  <a:pt x="224" y="330"/>
                </a:cubicBezTo>
                <a:cubicBezTo>
                  <a:pt x="245" y="330"/>
                  <a:pt x="245" y="330"/>
                  <a:pt x="245" y="330"/>
                </a:cubicBezTo>
                <a:cubicBezTo>
                  <a:pt x="245" y="249"/>
                  <a:pt x="245" y="249"/>
                  <a:pt x="245" y="249"/>
                </a:cubicBezTo>
                <a:cubicBezTo>
                  <a:pt x="227" y="231"/>
                  <a:pt x="227" y="231"/>
                  <a:pt x="227" y="231"/>
                </a:cubicBezTo>
                <a:cubicBezTo>
                  <a:pt x="223" y="227"/>
                  <a:pt x="223" y="220"/>
                  <a:pt x="227" y="216"/>
                </a:cubicBezTo>
                <a:cubicBezTo>
                  <a:pt x="231" y="212"/>
                  <a:pt x="238" y="212"/>
                  <a:pt x="242" y="216"/>
                </a:cubicBezTo>
                <a:cubicBezTo>
                  <a:pt x="256" y="230"/>
                  <a:pt x="256" y="230"/>
                  <a:pt x="256" y="230"/>
                </a:cubicBezTo>
                <a:cubicBezTo>
                  <a:pt x="269" y="216"/>
                  <a:pt x="269" y="216"/>
                  <a:pt x="269" y="216"/>
                </a:cubicBezTo>
                <a:cubicBezTo>
                  <a:pt x="274" y="212"/>
                  <a:pt x="280" y="212"/>
                  <a:pt x="285" y="216"/>
                </a:cubicBezTo>
                <a:cubicBezTo>
                  <a:pt x="289" y="220"/>
                  <a:pt x="289" y="227"/>
                  <a:pt x="285" y="231"/>
                </a:cubicBezTo>
                <a:cubicBezTo>
                  <a:pt x="266" y="249"/>
                  <a:pt x="266" y="249"/>
                  <a:pt x="266" y="249"/>
                </a:cubicBezTo>
                <a:cubicBezTo>
                  <a:pt x="266" y="330"/>
                  <a:pt x="266" y="330"/>
                  <a:pt x="266" y="330"/>
                </a:cubicBezTo>
                <a:cubicBezTo>
                  <a:pt x="288" y="330"/>
                  <a:pt x="288" y="330"/>
                  <a:pt x="288" y="330"/>
                </a:cubicBezTo>
                <a:cubicBezTo>
                  <a:pt x="288" y="309"/>
                  <a:pt x="288" y="309"/>
                  <a:pt x="288" y="309"/>
                </a:cubicBezTo>
                <a:cubicBezTo>
                  <a:pt x="288" y="292"/>
                  <a:pt x="311" y="254"/>
                  <a:pt x="318" y="243"/>
                </a:cubicBezTo>
                <a:cubicBezTo>
                  <a:pt x="318" y="242"/>
                  <a:pt x="334" y="218"/>
                  <a:pt x="334" y="191"/>
                </a:cubicBezTo>
                <a:cubicBezTo>
                  <a:pt x="334" y="151"/>
                  <a:pt x="298" y="117"/>
                  <a:pt x="256" y="11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56" y="191"/>
                </a:moveTo>
                <a:cubicBezTo>
                  <a:pt x="356" y="140"/>
                  <a:pt x="310" y="96"/>
                  <a:pt x="256" y="96"/>
                </a:cubicBezTo>
                <a:cubicBezTo>
                  <a:pt x="256" y="96"/>
                  <a:pt x="256" y="96"/>
                  <a:pt x="256" y="96"/>
                </a:cubicBezTo>
                <a:cubicBezTo>
                  <a:pt x="256" y="96"/>
                  <a:pt x="256" y="96"/>
                  <a:pt x="256" y="96"/>
                </a:cubicBezTo>
                <a:cubicBezTo>
                  <a:pt x="256" y="96"/>
                  <a:pt x="256" y="96"/>
                  <a:pt x="256" y="96"/>
                </a:cubicBezTo>
                <a:cubicBezTo>
                  <a:pt x="256" y="96"/>
                  <a:pt x="256" y="96"/>
                  <a:pt x="255" y="96"/>
                </a:cubicBezTo>
                <a:cubicBezTo>
                  <a:pt x="202" y="96"/>
                  <a:pt x="157" y="140"/>
                  <a:pt x="157" y="191"/>
                </a:cubicBezTo>
                <a:cubicBezTo>
                  <a:pt x="157" y="225"/>
                  <a:pt x="175" y="253"/>
                  <a:pt x="176" y="254"/>
                </a:cubicBezTo>
                <a:cubicBezTo>
                  <a:pt x="189" y="275"/>
                  <a:pt x="202" y="302"/>
                  <a:pt x="202" y="309"/>
                </a:cubicBezTo>
                <a:cubicBezTo>
                  <a:pt x="202" y="341"/>
                  <a:pt x="202" y="341"/>
                  <a:pt x="202" y="341"/>
                </a:cubicBezTo>
                <a:cubicBezTo>
                  <a:pt x="202" y="341"/>
                  <a:pt x="202" y="342"/>
                  <a:pt x="203" y="342"/>
                </a:cubicBezTo>
                <a:cubicBezTo>
                  <a:pt x="203" y="342"/>
                  <a:pt x="202" y="342"/>
                  <a:pt x="202" y="343"/>
                </a:cubicBezTo>
                <a:cubicBezTo>
                  <a:pt x="213" y="407"/>
                  <a:pt x="213" y="407"/>
                  <a:pt x="213" y="407"/>
                </a:cubicBezTo>
                <a:cubicBezTo>
                  <a:pt x="214" y="412"/>
                  <a:pt x="218" y="416"/>
                  <a:pt x="224" y="416"/>
                </a:cubicBezTo>
                <a:cubicBezTo>
                  <a:pt x="288" y="416"/>
                  <a:pt x="288" y="416"/>
                  <a:pt x="288" y="416"/>
                </a:cubicBezTo>
                <a:cubicBezTo>
                  <a:pt x="293" y="416"/>
                  <a:pt x="297" y="412"/>
                  <a:pt x="298" y="407"/>
                </a:cubicBezTo>
                <a:cubicBezTo>
                  <a:pt x="309" y="343"/>
                  <a:pt x="309" y="343"/>
                  <a:pt x="309" y="343"/>
                </a:cubicBezTo>
                <a:cubicBezTo>
                  <a:pt x="309" y="342"/>
                  <a:pt x="309" y="342"/>
                  <a:pt x="309" y="342"/>
                </a:cubicBezTo>
                <a:cubicBezTo>
                  <a:pt x="309" y="342"/>
                  <a:pt x="309" y="341"/>
                  <a:pt x="309" y="341"/>
                </a:cubicBezTo>
                <a:cubicBezTo>
                  <a:pt x="309" y="309"/>
                  <a:pt x="309" y="309"/>
                  <a:pt x="309" y="309"/>
                </a:cubicBezTo>
                <a:cubicBezTo>
                  <a:pt x="309" y="302"/>
                  <a:pt x="323" y="275"/>
                  <a:pt x="336" y="254"/>
                </a:cubicBezTo>
                <a:cubicBezTo>
                  <a:pt x="337" y="253"/>
                  <a:pt x="356" y="225"/>
                  <a:pt x="356" y="191"/>
                </a:cubicBezTo>
                <a:close/>
              </a:path>
            </a:pathLst>
          </a:custGeom>
          <a:solidFill>
            <a:schemeClr val="bg1">
              <a:lumMod val="65000"/>
            </a:schemeClr>
          </a:solidFill>
          <a:ln>
            <a:noFill/>
          </a:ln>
        </p:spPr>
        <p:txBody>
          <a:bodyPr vert="horz" wrap="square" lIns="91440" tIns="45720" rIns="91440" bIns="45720" numCol="1" anchor="t" anchorCtr="0" compatLnSpc="1">
            <a:prstTxWarp prst="textNoShape">
              <a:avLst/>
            </a:prstTxWarp>
          </a:bodyPr>
          <a:lstStyle/>
          <a:p>
            <a:endParaRPr lang="en-GB" sz="2400" dirty="0">
              <a:latin typeface="Aptos" panose="020B0004020202020204" pitchFamily="34" charset="0"/>
            </a:endParaRPr>
          </a:p>
        </p:txBody>
      </p:sp>
    </p:spTree>
    <p:extLst>
      <p:ext uri="{BB962C8B-B14F-4D97-AF65-F5344CB8AC3E}">
        <p14:creationId xmlns:p14="http://schemas.microsoft.com/office/powerpoint/2010/main" val="4266574260"/>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Horizontal stacked bar chart</a:t>
            </a:r>
            <a:endParaRPr lang="en-GB" dirty="0"/>
          </a:p>
        </p:txBody>
      </p:sp>
      <p:sp>
        <p:nvSpPr>
          <p:cNvPr id="4" name="Content Placeholder 3">
            <a:extLst>
              <a:ext uri="{FF2B5EF4-FFF2-40B4-BE49-F238E27FC236}">
                <a16:creationId xmlns:a16="http://schemas.microsoft.com/office/drawing/2014/main" id="{A5C04D1C-7BD6-812C-C514-54F71F43D0CD}"/>
              </a:ext>
            </a:extLst>
          </p:cNvPr>
          <p:cNvSpPr>
            <a:spLocks noGrp="1"/>
          </p:cNvSpPr>
          <p:nvPr>
            <p:ph idx="1"/>
          </p:nvPr>
        </p:nvSpPr>
        <p:spPr/>
        <p:txBody>
          <a:bodyPr/>
          <a:lstStyle/>
          <a:p>
            <a:r>
              <a:rPr lang="en-US" dirty="0"/>
              <a:t>Chart title</a:t>
            </a:r>
          </a:p>
        </p:txBody>
      </p:sp>
      <p:graphicFrame>
        <p:nvGraphicFramePr>
          <p:cNvPr id="2" name="Chart Placeholder 13">
            <a:extLst>
              <a:ext uri="{FF2B5EF4-FFF2-40B4-BE49-F238E27FC236}">
                <a16:creationId xmlns:a16="http://schemas.microsoft.com/office/drawing/2014/main" id="{7E566F58-A668-4116-3AD7-50A9BA98AD9C}"/>
              </a:ext>
            </a:extLst>
          </p:cNvPr>
          <p:cNvGraphicFramePr>
            <a:graphicFrameLocks/>
          </p:cNvGraphicFramePr>
          <p:nvPr>
            <p:extLst>
              <p:ext uri="{D42A27DB-BD31-4B8C-83A1-F6EECF244321}">
                <p14:modId xmlns:p14="http://schemas.microsoft.com/office/powerpoint/2010/main" val="3158825499"/>
              </p:ext>
            </p:extLst>
          </p:nvPr>
        </p:nvGraphicFramePr>
        <p:xfrm>
          <a:off x="1059656" y="2014818"/>
          <a:ext cx="9158287" cy="4043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4558992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Tornado chart</a:t>
            </a:r>
            <a:endParaRPr lang="en-GB" dirty="0"/>
          </a:p>
        </p:txBody>
      </p:sp>
      <p:sp>
        <p:nvSpPr>
          <p:cNvPr id="2" name="Content Placeholder 1">
            <a:extLst>
              <a:ext uri="{FF2B5EF4-FFF2-40B4-BE49-F238E27FC236}">
                <a16:creationId xmlns:a16="http://schemas.microsoft.com/office/drawing/2014/main" id="{9BAFDDB2-6A77-7AAC-54E1-8E81122EA3EA}"/>
              </a:ext>
            </a:extLst>
          </p:cNvPr>
          <p:cNvSpPr>
            <a:spLocks noGrp="1"/>
          </p:cNvSpPr>
          <p:nvPr>
            <p:ph idx="1"/>
          </p:nvPr>
        </p:nvSpPr>
        <p:spPr/>
        <p:txBody>
          <a:bodyPr/>
          <a:lstStyle/>
          <a:p>
            <a:r>
              <a:rPr lang="en-US" dirty="0"/>
              <a:t>Chart title</a:t>
            </a:r>
          </a:p>
          <a:p>
            <a:endParaRPr lang="en-US" dirty="0"/>
          </a:p>
        </p:txBody>
      </p:sp>
      <p:grpSp>
        <p:nvGrpSpPr>
          <p:cNvPr id="3" name="Group 2">
            <a:extLst>
              <a:ext uri="{FF2B5EF4-FFF2-40B4-BE49-F238E27FC236}">
                <a16:creationId xmlns:a16="http://schemas.microsoft.com/office/drawing/2014/main" id="{41356A40-9EDB-8901-6FFB-857335C76035}"/>
              </a:ext>
            </a:extLst>
          </p:cNvPr>
          <p:cNvGrpSpPr/>
          <p:nvPr/>
        </p:nvGrpSpPr>
        <p:grpSpPr>
          <a:xfrm>
            <a:off x="1062041" y="2078038"/>
            <a:ext cx="9158287" cy="4043362"/>
            <a:chOff x="1519240" y="2078038"/>
            <a:chExt cx="9158287" cy="4043362"/>
          </a:xfrm>
        </p:grpSpPr>
        <p:graphicFrame>
          <p:nvGraphicFramePr>
            <p:cNvPr id="15" name="Chart Placeholder 38">
              <a:extLst>
                <a:ext uri="{FF2B5EF4-FFF2-40B4-BE49-F238E27FC236}">
                  <a16:creationId xmlns:a16="http://schemas.microsoft.com/office/drawing/2014/main" id="{00B5DA5A-AFA2-4C35-74AE-CD19F4DEB98E}"/>
                </a:ext>
              </a:extLst>
            </p:cNvPr>
            <p:cNvGraphicFramePr>
              <a:graphicFrameLocks/>
            </p:cNvGraphicFramePr>
            <p:nvPr>
              <p:extLst>
                <p:ext uri="{D42A27DB-BD31-4B8C-83A1-F6EECF244321}">
                  <p14:modId xmlns:p14="http://schemas.microsoft.com/office/powerpoint/2010/main" val="3374379268"/>
                </p:ext>
              </p:extLst>
            </p:nvPr>
          </p:nvGraphicFramePr>
          <p:xfrm>
            <a:off x="1519240" y="2078038"/>
            <a:ext cx="9158287" cy="4043362"/>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1092A483-BFB9-5B05-0B94-A212CD4BDB6F}"/>
                </a:ext>
              </a:extLst>
            </p:cNvPr>
            <p:cNvSpPr>
              <a:spLocks noChangeArrowheads="1"/>
            </p:cNvSpPr>
            <p:nvPr/>
          </p:nvSpPr>
          <p:spPr bwMode="gray">
            <a:xfrm>
              <a:off x="1720434" y="2222035"/>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18" name="Rectangle 17">
              <a:extLst>
                <a:ext uri="{FF2B5EF4-FFF2-40B4-BE49-F238E27FC236}">
                  <a16:creationId xmlns:a16="http://schemas.microsoft.com/office/drawing/2014/main" id="{CE70F166-E4DC-E961-7997-EEC5D3B295DC}"/>
                </a:ext>
              </a:extLst>
            </p:cNvPr>
            <p:cNvSpPr>
              <a:spLocks noChangeArrowheads="1"/>
            </p:cNvSpPr>
            <p:nvPr/>
          </p:nvSpPr>
          <p:spPr bwMode="gray">
            <a:xfrm>
              <a:off x="1720434" y="5065891"/>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20" name="Rectangle 19">
              <a:extLst>
                <a:ext uri="{FF2B5EF4-FFF2-40B4-BE49-F238E27FC236}">
                  <a16:creationId xmlns:a16="http://schemas.microsoft.com/office/drawing/2014/main" id="{02799657-7743-E928-9540-978A3F7B21AD}"/>
                </a:ext>
              </a:extLst>
            </p:cNvPr>
            <p:cNvSpPr>
              <a:spLocks noChangeArrowheads="1"/>
            </p:cNvSpPr>
            <p:nvPr/>
          </p:nvSpPr>
          <p:spPr bwMode="gray">
            <a:xfrm>
              <a:off x="1720434" y="4659625"/>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21" name="Rectangle 20">
              <a:extLst>
                <a:ext uri="{FF2B5EF4-FFF2-40B4-BE49-F238E27FC236}">
                  <a16:creationId xmlns:a16="http://schemas.microsoft.com/office/drawing/2014/main" id="{C11951EE-3AB0-58B5-C11B-B5521CD74E6F}"/>
                </a:ext>
              </a:extLst>
            </p:cNvPr>
            <p:cNvSpPr>
              <a:spLocks noChangeArrowheads="1"/>
            </p:cNvSpPr>
            <p:nvPr/>
          </p:nvSpPr>
          <p:spPr bwMode="gray">
            <a:xfrm>
              <a:off x="1720434" y="4253359"/>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22" name="Rectangle 21">
              <a:extLst>
                <a:ext uri="{FF2B5EF4-FFF2-40B4-BE49-F238E27FC236}">
                  <a16:creationId xmlns:a16="http://schemas.microsoft.com/office/drawing/2014/main" id="{2A43B69D-3FF1-1FAE-7368-447629FC1BE2}"/>
                </a:ext>
              </a:extLst>
            </p:cNvPr>
            <p:cNvSpPr>
              <a:spLocks noChangeArrowheads="1"/>
            </p:cNvSpPr>
            <p:nvPr/>
          </p:nvSpPr>
          <p:spPr bwMode="gray">
            <a:xfrm>
              <a:off x="1720434" y="3847095"/>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23" name="Rectangle 22">
              <a:extLst>
                <a:ext uri="{FF2B5EF4-FFF2-40B4-BE49-F238E27FC236}">
                  <a16:creationId xmlns:a16="http://schemas.microsoft.com/office/drawing/2014/main" id="{6005F122-A30F-2830-CF62-016F1C300A39}"/>
                </a:ext>
              </a:extLst>
            </p:cNvPr>
            <p:cNvSpPr>
              <a:spLocks noChangeArrowheads="1"/>
            </p:cNvSpPr>
            <p:nvPr/>
          </p:nvSpPr>
          <p:spPr bwMode="gray">
            <a:xfrm>
              <a:off x="1720434" y="3440829"/>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24" name="Rectangle 23">
              <a:extLst>
                <a:ext uri="{FF2B5EF4-FFF2-40B4-BE49-F238E27FC236}">
                  <a16:creationId xmlns:a16="http://schemas.microsoft.com/office/drawing/2014/main" id="{03244636-6190-B940-4619-4112C76E01A3}"/>
                </a:ext>
              </a:extLst>
            </p:cNvPr>
            <p:cNvSpPr>
              <a:spLocks noChangeArrowheads="1"/>
            </p:cNvSpPr>
            <p:nvPr/>
          </p:nvSpPr>
          <p:spPr bwMode="gray">
            <a:xfrm>
              <a:off x="1720434" y="3034565"/>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sp>
          <p:nvSpPr>
            <p:cNvPr id="25" name="Rectangle 24">
              <a:extLst>
                <a:ext uri="{FF2B5EF4-FFF2-40B4-BE49-F238E27FC236}">
                  <a16:creationId xmlns:a16="http://schemas.microsoft.com/office/drawing/2014/main" id="{7BF86485-8EE0-0C0F-8D2A-94CB8F48CD0E}"/>
                </a:ext>
              </a:extLst>
            </p:cNvPr>
            <p:cNvSpPr>
              <a:spLocks noChangeArrowheads="1"/>
            </p:cNvSpPr>
            <p:nvPr/>
          </p:nvSpPr>
          <p:spPr bwMode="gray">
            <a:xfrm>
              <a:off x="1720434" y="2628299"/>
              <a:ext cx="1371600" cy="153888"/>
            </a:xfrm>
            <a:prstGeom prst="rect">
              <a:avLst/>
            </a:prstGeom>
            <a:noFill/>
            <a:ln w="25400">
              <a:noFill/>
              <a:miter lim="800000"/>
              <a:headEnd/>
              <a:tailEnd/>
            </a:ln>
          </p:spPr>
          <p:txBody>
            <a:bodyPr lIns="0" tIns="0" rIns="0" bIns="0" anchor="ctr">
              <a:noAutofit/>
            </a:bodyPr>
            <a:lstStyle/>
            <a:p>
              <a:pPr eaLnBrk="0" fontAlgn="base" hangingPunct="0">
                <a:spcBef>
                  <a:spcPct val="50000"/>
                </a:spcBef>
                <a:spcAft>
                  <a:spcPct val="0"/>
                </a:spcAft>
              </a:pPr>
              <a:r>
                <a:rPr lang="en-US" sz="1000" dirty="0">
                  <a:latin typeface="Aptos" panose="020B0004020202020204" pitchFamily="34" charset="0"/>
                  <a:cs typeface="Arial" pitchFamily="34" charset="0"/>
                </a:rPr>
                <a:t>Label on the outside</a:t>
              </a:r>
            </a:p>
          </p:txBody>
        </p:sp>
      </p:grpSp>
    </p:spTree>
    <p:extLst>
      <p:ext uri="{BB962C8B-B14F-4D97-AF65-F5344CB8AC3E}">
        <p14:creationId xmlns:p14="http://schemas.microsoft.com/office/powerpoint/2010/main" val="341802978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Line title</a:t>
            </a:r>
            <a:endParaRPr lang="en-GB" dirty="0"/>
          </a:p>
        </p:txBody>
      </p:sp>
      <p:sp>
        <p:nvSpPr>
          <p:cNvPr id="4" name="Content Placeholder 3">
            <a:extLst>
              <a:ext uri="{FF2B5EF4-FFF2-40B4-BE49-F238E27FC236}">
                <a16:creationId xmlns:a16="http://schemas.microsoft.com/office/drawing/2014/main" id="{141D219E-3FB4-8C37-60D7-0F475B1DF4C3}"/>
              </a:ext>
            </a:extLst>
          </p:cNvPr>
          <p:cNvSpPr>
            <a:spLocks noGrp="1"/>
          </p:cNvSpPr>
          <p:nvPr>
            <p:ph idx="1"/>
          </p:nvPr>
        </p:nvSpPr>
        <p:spPr/>
        <p:txBody>
          <a:bodyPr/>
          <a:lstStyle/>
          <a:p>
            <a:r>
              <a:rPr lang="en-US" dirty="0"/>
              <a:t>Chart title</a:t>
            </a:r>
          </a:p>
        </p:txBody>
      </p:sp>
      <p:graphicFrame>
        <p:nvGraphicFramePr>
          <p:cNvPr id="2" name="Content Placeholder 8">
            <a:extLst>
              <a:ext uri="{FF2B5EF4-FFF2-40B4-BE49-F238E27FC236}">
                <a16:creationId xmlns:a16="http://schemas.microsoft.com/office/drawing/2014/main" id="{C7A114F7-3C59-604B-BA7A-4AD55047C723}"/>
              </a:ext>
            </a:extLst>
          </p:cNvPr>
          <p:cNvGraphicFramePr>
            <a:graphicFrameLocks/>
          </p:cNvGraphicFramePr>
          <p:nvPr>
            <p:extLst>
              <p:ext uri="{D42A27DB-BD31-4B8C-83A1-F6EECF244321}">
                <p14:modId xmlns:p14="http://schemas.microsoft.com/office/powerpoint/2010/main" val="693586411"/>
              </p:ext>
            </p:extLst>
          </p:nvPr>
        </p:nvGraphicFramePr>
        <p:xfrm>
          <a:off x="420155" y="2001838"/>
          <a:ext cx="10476445" cy="4043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7735208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Line title</a:t>
            </a:r>
            <a:endParaRPr lang="en-GB" dirty="0"/>
          </a:p>
        </p:txBody>
      </p:sp>
      <p:sp>
        <p:nvSpPr>
          <p:cNvPr id="2" name="Content Placeholder 1">
            <a:extLst>
              <a:ext uri="{FF2B5EF4-FFF2-40B4-BE49-F238E27FC236}">
                <a16:creationId xmlns:a16="http://schemas.microsoft.com/office/drawing/2014/main" id="{2563FAE6-510D-68D9-C3E1-17C5EDE1E56D}"/>
              </a:ext>
            </a:extLst>
          </p:cNvPr>
          <p:cNvSpPr>
            <a:spLocks noGrp="1"/>
          </p:cNvSpPr>
          <p:nvPr>
            <p:ph sz="quarter" idx="10"/>
          </p:nvPr>
        </p:nvSpPr>
        <p:spPr/>
        <p:txBody>
          <a:bodyPr/>
          <a:lstStyle/>
          <a:p>
            <a:pPr lvl="0"/>
            <a:r>
              <a:rPr lang="en-US" noProof="0" dirty="0"/>
              <a:t>There are five predefined text levels in the main text area on a standard slide. However, text can be customized using different formatting or type sizes, depending on the needs of the document.</a:t>
            </a:r>
          </a:p>
          <a:p>
            <a:pPr lvl="0"/>
            <a:endParaRPr lang="en-US" noProof="0" dirty="0"/>
          </a:p>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Placeholder 12">
            <a:extLst>
              <a:ext uri="{FF2B5EF4-FFF2-40B4-BE49-F238E27FC236}">
                <a16:creationId xmlns:a16="http://schemas.microsoft.com/office/drawing/2014/main" id="{A90E6666-50B3-FFFB-176C-F2004818E928}"/>
              </a:ext>
            </a:extLst>
          </p:cNvPr>
          <p:cNvSpPr>
            <a:spLocks noGrp="1"/>
          </p:cNvSpPr>
          <p:nvPr>
            <p:ph sz="quarter" idx="20"/>
          </p:nvPr>
        </p:nvSpPr>
        <p:spPr/>
        <p:txBody>
          <a:bodyPr/>
          <a:lstStyle/>
          <a:p>
            <a:r>
              <a:rPr lang="en-US" dirty="0"/>
              <a:t>Chart title</a:t>
            </a:r>
          </a:p>
        </p:txBody>
      </p:sp>
      <p:graphicFrame>
        <p:nvGraphicFramePr>
          <p:cNvPr id="4" name="Chart Placeholder 19">
            <a:extLst>
              <a:ext uri="{FF2B5EF4-FFF2-40B4-BE49-F238E27FC236}">
                <a16:creationId xmlns:a16="http://schemas.microsoft.com/office/drawing/2014/main" id="{493A43AE-3147-97A1-ED8C-E74EBCD60EDE}"/>
              </a:ext>
            </a:extLst>
          </p:cNvPr>
          <p:cNvGraphicFramePr>
            <a:graphicFrameLocks/>
          </p:cNvGraphicFramePr>
          <p:nvPr>
            <p:extLst>
              <p:ext uri="{D42A27DB-BD31-4B8C-83A1-F6EECF244321}">
                <p14:modId xmlns:p14="http://schemas.microsoft.com/office/powerpoint/2010/main" val="754851977"/>
              </p:ext>
            </p:extLst>
          </p:nvPr>
        </p:nvGraphicFramePr>
        <p:xfrm>
          <a:off x="5791200" y="2138365"/>
          <a:ext cx="5105400" cy="39830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7703197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Scatter chart</a:t>
            </a:r>
            <a:endParaRPr lang="en-GB" dirty="0"/>
          </a:p>
        </p:txBody>
      </p:sp>
      <p:sp>
        <p:nvSpPr>
          <p:cNvPr id="4" name="Content Placeholder 3">
            <a:extLst>
              <a:ext uri="{FF2B5EF4-FFF2-40B4-BE49-F238E27FC236}">
                <a16:creationId xmlns:a16="http://schemas.microsoft.com/office/drawing/2014/main" id="{91FD7DB0-BA26-71CB-043E-6487210422C1}"/>
              </a:ext>
            </a:extLst>
          </p:cNvPr>
          <p:cNvSpPr>
            <a:spLocks noGrp="1"/>
          </p:cNvSpPr>
          <p:nvPr>
            <p:ph idx="1"/>
          </p:nvPr>
        </p:nvSpPr>
        <p:spPr/>
        <p:txBody>
          <a:bodyPr/>
          <a:lstStyle/>
          <a:p>
            <a:r>
              <a:rPr lang="en-US" dirty="0"/>
              <a:t>Chart title</a:t>
            </a:r>
          </a:p>
        </p:txBody>
      </p:sp>
      <p:graphicFrame>
        <p:nvGraphicFramePr>
          <p:cNvPr id="2" name="Chart Placeholder 13">
            <a:extLst>
              <a:ext uri="{FF2B5EF4-FFF2-40B4-BE49-F238E27FC236}">
                <a16:creationId xmlns:a16="http://schemas.microsoft.com/office/drawing/2014/main" id="{51CE848A-06BA-9862-CF2B-F371F357FC66}"/>
              </a:ext>
            </a:extLst>
          </p:cNvPr>
          <p:cNvGraphicFramePr>
            <a:graphicFrameLocks/>
          </p:cNvGraphicFramePr>
          <p:nvPr>
            <p:extLst>
              <p:ext uri="{D42A27DB-BD31-4B8C-83A1-F6EECF244321}">
                <p14:modId xmlns:p14="http://schemas.microsoft.com/office/powerpoint/2010/main" val="2263355536"/>
              </p:ext>
            </p:extLst>
          </p:nvPr>
        </p:nvGraphicFramePr>
        <p:xfrm>
          <a:off x="1071854" y="2130638"/>
          <a:ext cx="9158287" cy="40433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7092259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ontent Placeholder 6"/>
          <p:cNvGraphicFramePr>
            <a:graphicFrameLocks/>
          </p:cNvGraphicFramePr>
          <p:nvPr>
            <p:extLst>
              <p:ext uri="{D42A27DB-BD31-4B8C-83A1-F6EECF244321}">
                <p14:modId xmlns:p14="http://schemas.microsoft.com/office/powerpoint/2010/main" val="4202622947"/>
              </p:ext>
            </p:extLst>
          </p:nvPr>
        </p:nvGraphicFramePr>
        <p:xfrm>
          <a:off x="1055574" y="2048933"/>
          <a:ext cx="9211056" cy="3564464"/>
        </p:xfrm>
        <a:graphic>
          <a:graphicData uri="http://schemas.openxmlformats.org/drawingml/2006/table">
            <a:tbl>
              <a:tblPr firstRow="1" bandRow="1">
                <a:tableStyleId>{5C22544A-7EE6-4342-B048-85BDC9FD1C3A}</a:tableStyleId>
              </a:tblPr>
              <a:tblGrid>
                <a:gridCol w="2302764">
                  <a:extLst>
                    <a:ext uri="{9D8B030D-6E8A-4147-A177-3AD203B41FA5}">
                      <a16:colId xmlns:a16="http://schemas.microsoft.com/office/drawing/2014/main" val="20000"/>
                    </a:ext>
                  </a:extLst>
                </a:gridCol>
                <a:gridCol w="2302764">
                  <a:extLst>
                    <a:ext uri="{9D8B030D-6E8A-4147-A177-3AD203B41FA5}">
                      <a16:colId xmlns:a16="http://schemas.microsoft.com/office/drawing/2014/main" val="20001"/>
                    </a:ext>
                  </a:extLst>
                </a:gridCol>
                <a:gridCol w="2302764">
                  <a:extLst>
                    <a:ext uri="{9D8B030D-6E8A-4147-A177-3AD203B41FA5}">
                      <a16:colId xmlns:a16="http://schemas.microsoft.com/office/drawing/2014/main" val="20002"/>
                    </a:ext>
                  </a:extLst>
                </a:gridCol>
                <a:gridCol w="2302764">
                  <a:extLst>
                    <a:ext uri="{9D8B030D-6E8A-4147-A177-3AD203B41FA5}">
                      <a16:colId xmlns:a16="http://schemas.microsoft.com/office/drawing/2014/main" val="20003"/>
                    </a:ext>
                  </a:extLst>
                </a:gridCol>
              </a:tblGrid>
              <a:tr h="445558">
                <a:tc>
                  <a:txBody>
                    <a:bodyPr/>
                    <a:lstStyle/>
                    <a:p>
                      <a:r>
                        <a:rPr lang="en-GB" sz="1200" b="1" dirty="0">
                          <a:solidFill>
                            <a:schemeClr val="accent3"/>
                          </a:solidFill>
                          <a:latin typeface="Aptos" panose="020B0004020202020204" pitchFamily="34" charset="0"/>
                        </a:rPr>
                        <a:t>Section 1</a:t>
                      </a:r>
                    </a:p>
                  </a:txBody>
                  <a:tcPr marL="91506" marR="91506" marT="34290" marB="34290" anchor="ctr">
                    <a:lnL w="12700" cmpd="sng">
                      <a:noFill/>
                    </a:lnL>
                    <a:lnR w="12700" cmpd="sng">
                      <a:noFill/>
                    </a:lnR>
                    <a:lnT w="3810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1" dirty="0">
                          <a:solidFill>
                            <a:schemeClr val="accent3"/>
                          </a:solidFill>
                          <a:latin typeface="Aptos" panose="020B0004020202020204" pitchFamily="34" charset="0"/>
                        </a:rPr>
                        <a:t>Section 2</a:t>
                      </a:r>
                    </a:p>
                  </a:txBody>
                  <a:tcPr marL="91506" marR="91506" marT="34290" marB="34290" anchor="ctr">
                    <a:lnL w="12700" cmpd="sng">
                      <a:noFill/>
                    </a:lnL>
                    <a:lnR w="12700" cmpd="sng">
                      <a:noFill/>
                    </a:lnR>
                    <a:lnT w="3810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1" dirty="0">
                          <a:solidFill>
                            <a:schemeClr val="accent3"/>
                          </a:solidFill>
                          <a:latin typeface="Aptos" panose="020B0004020202020204" pitchFamily="34" charset="0"/>
                        </a:rPr>
                        <a:t>Section 3</a:t>
                      </a:r>
                    </a:p>
                  </a:txBody>
                  <a:tcPr marL="91506" marR="91506" marT="34290" marB="34290" anchor="ctr">
                    <a:lnL w="12700" cmpd="sng">
                      <a:noFill/>
                    </a:lnL>
                    <a:lnR w="12700" cmpd="sng">
                      <a:noFill/>
                    </a:lnR>
                    <a:lnT w="3810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b="1" dirty="0">
                          <a:solidFill>
                            <a:schemeClr val="accent3"/>
                          </a:solidFill>
                          <a:latin typeface="Aptos" panose="020B0004020202020204" pitchFamily="34" charset="0"/>
                        </a:rPr>
                        <a:t>Section 4</a:t>
                      </a:r>
                    </a:p>
                  </a:txBody>
                  <a:tcPr marL="91506" marR="91506" marT="34290" marB="34290" anchor="ctr">
                    <a:lnL w="12700" cmpd="sng">
                      <a:noFill/>
                    </a:lnL>
                    <a:lnR w="12700" cmpd="sng">
                      <a:noFill/>
                    </a:lnR>
                    <a:lnT w="38100" cap="flat" cmpd="sng" algn="ctr">
                      <a:solidFill>
                        <a:schemeClr val="accent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45558">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45558">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a:t>
                      </a:r>
                      <a:r>
                        <a:rPr lang="en-GB" sz="1200" baseline="0" dirty="0">
                          <a:solidFill>
                            <a:schemeClr val="tx1"/>
                          </a:solidFill>
                          <a:latin typeface="Aptos" panose="020B0004020202020204" pitchFamily="34" charset="0"/>
                        </a:rPr>
                        <a:t> here</a:t>
                      </a:r>
                      <a:endParaRPr lang="en-GB" sz="1200" dirty="0">
                        <a:solidFill>
                          <a:schemeClr val="tx1"/>
                        </a:solidFill>
                      </a:endParaRP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455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455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455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455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Text here</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445558">
                <a:tc>
                  <a:txBody>
                    <a:bodyPr/>
                    <a:lstStyle/>
                    <a:p>
                      <a:r>
                        <a:rPr lang="en-GB" sz="1200" dirty="0">
                          <a:solidFill>
                            <a:schemeClr val="tx1"/>
                          </a:solidFill>
                          <a:latin typeface="Aptos" panose="020B0004020202020204" pitchFamily="34" charset="0"/>
                        </a:rPr>
                        <a:t>Result</a:t>
                      </a:r>
                      <a:r>
                        <a:rPr lang="en-GB" sz="1200" baseline="0" dirty="0">
                          <a:solidFill>
                            <a:schemeClr val="tx1"/>
                          </a:solidFill>
                          <a:latin typeface="Aptos" panose="020B0004020202020204" pitchFamily="34" charset="0"/>
                        </a:rPr>
                        <a:t> 1</a:t>
                      </a:r>
                      <a:endParaRPr lang="en-GB" sz="1200" dirty="0">
                        <a:solidFill>
                          <a:schemeClr val="tx1"/>
                        </a:solidFill>
                      </a:endParaRP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Result</a:t>
                      </a:r>
                      <a:r>
                        <a:rPr lang="en-GB" sz="1200" baseline="0" dirty="0">
                          <a:solidFill>
                            <a:schemeClr val="tx1"/>
                          </a:solidFill>
                          <a:latin typeface="Aptos" panose="020B0004020202020204" pitchFamily="34" charset="0"/>
                        </a:rPr>
                        <a:t> 2</a:t>
                      </a:r>
                      <a:endParaRPr lang="en-GB" sz="1200" dirty="0">
                        <a:solidFill>
                          <a:schemeClr val="tx1"/>
                        </a:solidFill>
                      </a:endParaRP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Result 3</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GB" sz="1200" dirty="0">
                          <a:solidFill>
                            <a:schemeClr val="tx1"/>
                          </a:solidFill>
                          <a:latin typeface="Aptos" panose="020B0004020202020204" pitchFamily="34" charset="0"/>
                        </a:rPr>
                        <a:t>Result 4</a:t>
                      </a:r>
                    </a:p>
                  </a:txBody>
                  <a:tcPr marL="91506" marR="91506" marT="34290" marB="34290"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bl>
          </a:graphicData>
        </a:graphic>
      </p:graphicFrame>
      <p:sp>
        <p:nvSpPr>
          <p:cNvPr id="13" name="Text Placeholder 12"/>
          <p:cNvSpPr>
            <a:spLocks noGrp="1"/>
          </p:cNvSpPr>
          <p:nvPr>
            <p:ph type="body" sz="quarter" idx="13"/>
          </p:nvPr>
        </p:nvSpPr>
        <p:spPr/>
        <p:txBody>
          <a:bodyPr/>
          <a:lstStyle/>
          <a:p>
            <a:r>
              <a:rPr lang="en-US" noProof="0"/>
              <a:t>Page subtitle</a:t>
            </a:r>
            <a:endParaRPr lang="en-US" noProof="0" dirty="0"/>
          </a:p>
        </p:txBody>
      </p:sp>
      <p:sp>
        <p:nvSpPr>
          <p:cNvPr id="2" name="Title 1"/>
          <p:cNvSpPr>
            <a:spLocks noGrp="1"/>
          </p:cNvSpPr>
          <p:nvPr>
            <p:ph type="title"/>
          </p:nvPr>
        </p:nvSpPr>
        <p:spPr/>
        <p:txBody>
          <a:bodyPr/>
          <a:lstStyle/>
          <a:p>
            <a:r>
              <a:rPr lang="en-US" noProof="0"/>
              <a:t>Page title</a:t>
            </a:r>
            <a:endParaRPr lang="en-US" noProof="0" dirty="0"/>
          </a:p>
        </p:txBody>
      </p:sp>
      <p:sp>
        <p:nvSpPr>
          <p:cNvPr id="27" name="Text Placeholder 26"/>
          <p:cNvSpPr>
            <a:spLocks noGrp="1"/>
          </p:cNvSpPr>
          <p:nvPr>
            <p:ph idx="1"/>
          </p:nvPr>
        </p:nvSpPr>
        <p:spPr/>
        <p:txBody>
          <a:bodyPr/>
          <a:lstStyle/>
          <a:p>
            <a:r>
              <a:rPr lang="en-GB" dirty="0"/>
              <a:t>Chart title</a:t>
            </a:r>
          </a:p>
        </p:txBody>
      </p:sp>
    </p:spTree>
    <p:extLst>
      <p:ext uri="{BB962C8B-B14F-4D97-AF65-F5344CB8AC3E}">
        <p14:creationId xmlns:p14="http://schemas.microsoft.com/office/powerpoint/2010/main" val="5511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US" noProof="0"/>
              <a:t>Page subtitle</a:t>
            </a:r>
            <a:endParaRPr lang="en-US" noProof="0" dirty="0"/>
          </a:p>
        </p:txBody>
      </p:sp>
      <p:sp>
        <p:nvSpPr>
          <p:cNvPr id="3" name="Title 2"/>
          <p:cNvSpPr>
            <a:spLocks noGrp="1"/>
          </p:cNvSpPr>
          <p:nvPr>
            <p:ph type="title"/>
          </p:nvPr>
        </p:nvSpPr>
        <p:spPr/>
        <p:txBody>
          <a:bodyPr/>
          <a:lstStyle/>
          <a:p>
            <a:r>
              <a:rPr lang="en-US" noProof="0" dirty="0"/>
              <a:t>Text boxes with arrows</a:t>
            </a:r>
          </a:p>
        </p:txBody>
      </p:sp>
      <p:sp>
        <p:nvSpPr>
          <p:cNvPr id="24" name="Pentagon 23"/>
          <p:cNvSpPr/>
          <p:nvPr/>
        </p:nvSpPr>
        <p:spPr bwMode="gray">
          <a:xfrm>
            <a:off x="457200" y="2142207"/>
            <a:ext cx="3950462" cy="61722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schemeClr val="tx1"/>
                </a:solidFill>
                <a:latin typeface="Aptos" panose="020B0004020202020204" pitchFamily="34" charset="0"/>
              </a:rPr>
              <a:t>Text runs here</a:t>
            </a:r>
          </a:p>
        </p:txBody>
      </p:sp>
      <p:sp>
        <p:nvSpPr>
          <p:cNvPr id="25" name="Text Placeholder 3"/>
          <p:cNvSpPr txBox="1">
            <a:spLocks/>
          </p:cNvSpPr>
          <p:nvPr/>
        </p:nvSpPr>
        <p:spPr bwMode="gray">
          <a:xfrm>
            <a:off x="4668354" y="3796164"/>
            <a:ext cx="4320540" cy="682238"/>
          </a:xfrm>
          <a:prstGeom prst="rect">
            <a:avLst/>
          </a:prstGeom>
        </p:spPr>
        <p:txBody>
          <a:bodyPr vert="horz" lIns="0" tIns="0" rIns="0" bIns="0" rtlCol="0" anchor="ctr" anchorCtr="0">
            <a:spAutoFit/>
          </a:bodyPr>
          <a:lstStyle/>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p:txBody>
      </p:sp>
      <p:sp>
        <p:nvSpPr>
          <p:cNvPr id="26" name="Pentagon 25"/>
          <p:cNvSpPr/>
          <p:nvPr/>
        </p:nvSpPr>
        <p:spPr bwMode="gray">
          <a:xfrm>
            <a:off x="457200" y="3858594"/>
            <a:ext cx="3950462" cy="61722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schemeClr val="tx1"/>
                </a:solidFill>
                <a:latin typeface="Aptos" panose="020B0004020202020204" pitchFamily="34" charset="0"/>
              </a:rPr>
              <a:t>Text runs here</a:t>
            </a:r>
          </a:p>
        </p:txBody>
      </p:sp>
      <p:sp>
        <p:nvSpPr>
          <p:cNvPr id="27" name="Text Placeholder 3"/>
          <p:cNvSpPr txBox="1">
            <a:spLocks/>
          </p:cNvSpPr>
          <p:nvPr/>
        </p:nvSpPr>
        <p:spPr bwMode="gray">
          <a:xfrm>
            <a:off x="4668354" y="4654115"/>
            <a:ext cx="4320540" cy="682238"/>
          </a:xfrm>
          <a:prstGeom prst="rect">
            <a:avLst/>
          </a:prstGeom>
        </p:spPr>
        <p:txBody>
          <a:bodyPr vert="horz" lIns="0" tIns="0" rIns="0" bIns="0" rtlCol="0" anchor="ctr" anchorCtr="0">
            <a:spAutoFit/>
          </a:bodyPr>
          <a:lstStyle/>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p:txBody>
      </p:sp>
      <p:sp>
        <p:nvSpPr>
          <p:cNvPr id="28" name="Pentagon 27"/>
          <p:cNvSpPr/>
          <p:nvPr/>
        </p:nvSpPr>
        <p:spPr bwMode="gray">
          <a:xfrm>
            <a:off x="457200" y="4716545"/>
            <a:ext cx="3950462" cy="61722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schemeClr val="tx1"/>
                </a:solidFill>
                <a:latin typeface="Aptos" panose="020B0004020202020204" pitchFamily="34" charset="0"/>
              </a:rPr>
              <a:t>Text runs here</a:t>
            </a:r>
          </a:p>
        </p:txBody>
      </p:sp>
      <p:sp>
        <p:nvSpPr>
          <p:cNvPr id="29" name="Text Placeholder 3"/>
          <p:cNvSpPr txBox="1">
            <a:spLocks/>
          </p:cNvSpPr>
          <p:nvPr/>
        </p:nvSpPr>
        <p:spPr bwMode="gray">
          <a:xfrm>
            <a:off x="4668354" y="2084541"/>
            <a:ext cx="4320540" cy="682238"/>
          </a:xfrm>
          <a:prstGeom prst="rect">
            <a:avLst/>
          </a:prstGeom>
        </p:spPr>
        <p:txBody>
          <a:bodyPr vert="horz" lIns="0" tIns="0" rIns="0" bIns="0" rtlCol="0" anchor="ctr" anchorCtr="0">
            <a:spAutoFit/>
          </a:bodyPr>
          <a:lstStyle/>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p:txBody>
      </p:sp>
      <p:sp>
        <p:nvSpPr>
          <p:cNvPr id="30" name="Pentagon 29"/>
          <p:cNvSpPr/>
          <p:nvPr/>
        </p:nvSpPr>
        <p:spPr bwMode="gray">
          <a:xfrm>
            <a:off x="457200" y="3000402"/>
            <a:ext cx="3950462" cy="61722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66675" rIns="66675" bIns="66675" rtlCol="0" anchor="ctr"/>
          <a:lstStyle/>
          <a:p>
            <a:r>
              <a:rPr lang="en-US" sz="1200" b="1" dirty="0">
                <a:solidFill>
                  <a:schemeClr val="tx1"/>
                </a:solidFill>
                <a:latin typeface="Aptos" panose="020B0004020202020204" pitchFamily="34" charset="0"/>
              </a:rPr>
              <a:t>Text runs here</a:t>
            </a:r>
          </a:p>
        </p:txBody>
      </p:sp>
      <p:sp>
        <p:nvSpPr>
          <p:cNvPr id="31" name="Text Placeholder 3"/>
          <p:cNvSpPr txBox="1">
            <a:spLocks/>
          </p:cNvSpPr>
          <p:nvPr/>
        </p:nvSpPr>
        <p:spPr bwMode="gray">
          <a:xfrm>
            <a:off x="4668354" y="2937970"/>
            <a:ext cx="4320540" cy="682238"/>
          </a:xfrm>
          <a:prstGeom prst="rect">
            <a:avLst/>
          </a:prstGeom>
        </p:spPr>
        <p:txBody>
          <a:bodyPr vert="horz" lIns="0" tIns="0" rIns="0" bIns="0" rtlCol="0" anchor="ctr" anchorCtr="0">
            <a:spAutoFit/>
          </a:bodyPr>
          <a:lstStyle/>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a:p>
            <a:pPr marL="182568" lvl="1" indent="-182568">
              <a:spcBef>
                <a:spcPts val="450"/>
              </a:spcBef>
              <a:buSzPct val="100000"/>
              <a:buFont typeface="Arial"/>
              <a:buChar char="•"/>
              <a:defRPr/>
            </a:pPr>
            <a:r>
              <a:rPr lang="en-US" sz="1200" dirty="0">
                <a:latin typeface="Aptos" panose="020B0004020202020204" pitchFamily="34" charset="0"/>
              </a:rPr>
              <a:t>This is dummy text it is not here to be read</a:t>
            </a:r>
          </a:p>
        </p:txBody>
      </p:sp>
    </p:spTree>
    <p:extLst>
      <p:ext uri="{BB962C8B-B14F-4D97-AF65-F5344CB8AC3E}">
        <p14:creationId xmlns:p14="http://schemas.microsoft.com/office/powerpoint/2010/main" val="171487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7A33AB65-8C26-09A9-30FB-F0F7A830DFCE}"/>
              </a:ext>
            </a:extLst>
          </p:cNvPr>
          <p:cNvSpPr>
            <a:spLocks noGrp="1"/>
          </p:cNvSpPr>
          <p:nvPr>
            <p:ph sz="quarter" idx="10"/>
          </p:nvPr>
        </p:nvSpPr>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dirty="0"/>
              <a:t>Three text boxes</a:t>
            </a:r>
            <a:endParaRPr lang="en-GB" dirty="0"/>
          </a:p>
        </p:txBody>
      </p:sp>
      <p:sp>
        <p:nvSpPr>
          <p:cNvPr id="35" name="Content Placeholder 34">
            <a:extLst>
              <a:ext uri="{FF2B5EF4-FFF2-40B4-BE49-F238E27FC236}">
                <a16:creationId xmlns:a16="http://schemas.microsoft.com/office/drawing/2014/main" id="{24E3A5DD-5CBA-02A4-BD27-02A5E6E68BC4}"/>
              </a:ext>
            </a:extLst>
          </p:cNvPr>
          <p:cNvSpPr>
            <a:spLocks noGrp="1"/>
          </p:cNvSpPr>
          <p:nvPr>
            <p:ph sz="quarter" idx="17"/>
          </p:nvPr>
        </p:nvSpPr>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4" name="Content Placeholder 33">
            <a:extLst>
              <a:ext uri="{FF2B5EF4-FFF2-40B4-BE49-F238E27FC236}">
                <a16:creationId xmlns:a16="http://schemas.microsoft.com/office/drawing/2014/main" id="{018456F0-A266-C9C2-E45A-A166323BA2A8}"/>
              </a:ext>
            </a:extLst>
          </p:cNvPr>
          <p:cNvSpPr>
            <a:spLocks noGrp="1"/>
          </p:cNvSpPr>
          <p:nvPr>
            <p:ph sz="quarter" idx="18"/>
          </p:nvPr>
        </p:nvSpPr>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1859560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1D298-99DE-5402-42C2-18C07D260061}"/>
              </a:ext>
            </a:extLst>
          </p:cNvPr>
          <p:cNvSpPr>
            <a:spLocks noGrp="1"/>
          </p:cNvSpPr>
          <p:nvPr>
            <p:ph sz="quarter" idx="10"/>
          </p:nvPr>
        </p:nvSpPr>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a:p>
            <a:endParaRPr lang="en-GB" dirty="0"/>
          </a:p>
        </p:txBody>
      </p:sp>
      <p:sp>
        <p:nvSpPr>
          <p:cNvPr id="18" name="Content Placeholder 17">
            <a:extLst>
              <a:ext uri="{FF2B5EF4-FFF2-40B4-BE49-F238E27FC236}">
                <a16:creationId xmlns:a16="http://schemas.microsoft.com/office/drawing/2014/main" id="{68DA465F-615D-63E7-B804-71B1FE8A7F37}"/>
              </a:ext>
            </a:extLst>
          </p:cNvPr>
          <p:cNvSpPr>
            <a:spLocks noGrp="1"/>
          </p:cNvSpPr>
          <p:nvPr>
            <p:ph sz="quarter" idx="14"/>
          </p:nvPr>
        </p:nvSpPr>
        <p:spPr>
          <a:xfrm>
            <a:off x="3112008" y="1678002"/>
            <a:ext cx="2468880" cy="4681728"/>
          </a:xfrm>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a:p>
            <a:endParaRPr lang="en-GB" dirty="0"/>
          </a:p>
        </p:txBody>
      </p:sp>
      <p:sp>
        <p:nvSpPr>
          <p:cNvPr id="8" name="Content Placeholder 7">
            <a:extLst>
              <a:ext uri="{FF2B5EF4-FFF2-40B4-BE49-F238E27FC236}">
                <a16:creationId xmlns:a16="http://schemas.microsoft.com/office/drawing/2014/main" id="{47F314FA-2708-3B5E-2E58-6DD28AE0ABD8}"/>
              </a:ext>
            </a:extLst>
          </p:cNvPr>
          <p:cNvSpPr>
            <a:spLocks noGrp="1"/>
          </p:cNvSpPr>
          <p:nvPr>
            <p:ph sz="quarter" idx="15"/>
          </p:nvPr>
        </p:nvSpPr>
        <p:spPr>
          <a:xfrm>
            <a:off x="5766816" y="1678002"/>
            <a:ext cx="2468880" cy="4681728"/>
          </a:xfrm>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a:p>
            <a:endParaRPr lang="en-GB" dirty="0"/>
          </a:p>
        </p:txBody>
      </p:sp>
      <p:sp>
        <p:nvSpPr>
          <p:cNvPr id="11" name="Content Placeholder 10">
            <a:extLst>
              <a:ext uri="{FF2B5EF4-FFF2-40B4-BE49-F238E27FC236}">
                <a16:creationId xmlns:a16="http://schemas.microsoft.com/office/drawing/2014/main" id="{4ECA1D25-5D4C-02D5-2FD5-52B58D88B7F0}"/>
              </a:ext>
            </a:extLst>
          </p:cNvPr>
          <p:cNvSpPr>
            <a:spLocks noGrp="1"/>
          </p:cNvSpPr>
          <p:nvPr>
            <p:ph sz="quarter" idx="16"/>
          </p:nvPr>
        </p:nvSpPr>
        <p:spPr>
          <a:xfrm>
            <a:off x="8421624" y="1678002"/>
            <a:ext cx="2468880" cy="4681728"/>
          </a:xfrm>
        </p:spPr>
        <p:txBody>
          <a:bodyPr/>
          <a:lstStyle/>
          <a:p>
            <a:r>
              <a:rPr lang="en-US" dirty="0"/>
              <a:t>Text box title runs here</a:t>
            </a:r>
          </a:p>
          <a:p>
            <a:r>
              <a:rPr lang="en-US" dirty="0"/>
              <a:t>There are five predefined text levels in the main text area on a standard slide. However, text can be customized using different formatting or type sizes, depending on the needs of the document.</a:t>
            </a:r>
          </a:p>
          <a:p>
            <a:endParaRPr lang="en-US" dirty="0"/>
          </a:p>
          <a:p>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endParaRPr lang="en-GB" dirty="0"/>
          </a:p>
          <a:p>
            <a:endParaRPr lang="en-GB" dirty="0"/>
          </a:p>
        </p:txBody>
      </p:sp>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dirty="0"/>
              <a:t>Icon use</a:t>
            </a:r>
            <a:endParaRPr lang="en-GB" dirty="0"/>
          </a:p>
        </p:txBody>
      </p:sp>
      <p:sp>
        <p:nvSpPr>
          <p:cNvPr id="14" name="Freeform 814">
            <a:extLst>
              <a:ext uri="{FF2B5EF4-FFF2-40B4-BE49-F238E27FC236}">
                <a16:creationId xmlns:a16="http://schemas.microsoft.com/office/drawing/2014/main" id="{7A981B3B-3B81-969E-D113-C978F0185546}"/>
              </a:ext>
            </a:extLst>
          </p:cNvPr>
          <p:cNvSpPr>
            <a:spLocks noChangeAspect="1" noEditPoints="1"/>
          </p:cNvSpPr>
          <p:nvPr/>
        </p:nvSpPr>
        <p:spPr bwMode="auto">
          <a:xfrm>
            <a:off x="1411271" y="5192561"/>
            <a:ext cx="565337" cy="567000"/>
          </a:xfrm>
          <a:custGeom>
            <a:avLst/>
            <a:gdLst>
              <a:gd name="T0" fmla="*/ 309 w 512"/>
              <a:gd name="T1" fmla="*/ 256 h 512"/>
              <a:gd name="T2" fmla="*/ 256 w 512"/>
              <a:gd name="T3" fmla="*/ 309 h 512"/>
              <a:gd name="T4" fmla="*/ 202 w 512"/>
              <a:gd name="T5" fmla="*/ 256 h 512"/>
              <a:gd name="T6" fmla="*/ 256 w 512"/>
              <a:gd name="T7" fmla="*/ 202 h 512"/>
              <a:gd name="T8" fmla="*/ 309 w 512"/>
              <a:gd name="T9" fmla="*/ 256 h 512"/>
              <a:gd name="T10" fmla="*/ 349 w 512"/>
              <a:gd name="T11" fmla="*/ 181 h 512"/>
              <a:gd name="T12" fmla="*/ 394 w 512"/>
              <a:gd name="T13" fmla="*/ 181 h 512"/>
              <a:gd name="T14" fmla="*/ 394 w 512"/>
              <a:gd name="T15" fmla="*/ 352 h 512"/>
              <a:gd name="T16" fmla="*/ 117 w 512"/>
              <a:gd name="T17" fmla="*/ 352 h 512"/>
              <a:gd name="T18" fmla="*/ 117 w 512"/>
              <a:gd name="T19" fmla="*/ 181 h 512"/>
              <a:gd name="T20" fmla="*/ 157 w 512"/>
              <a:gd name="T21" fmla="*/ 181 h 512"/>
              <a:gd name="T22" fmla="*/ 165 w 512"/>
              <a:gd name="T23" fmla="*/ 177 h 512"/>
              <a:gd name="T24" fmla="*/ 186 w 512"/>
              <a:gd name="T25" fmla="*/ 149 h 512"/>
              <a:gd name="T26" fmla="*/ 324 w 512"/>
              <a:gd name="T27" fmla="*/ 149 h 512"/>
              <a:gd name="T28" fmla="*/ 339 w 512"/>
              <a:gd name="T29" fmla="*/ 176 h 512"/>
              <a:gd name="T30" fmla="*/ 349 w 512"/>
              <a:gd name="T31" fmla="*/ 181 h 512"/>
              <a:gd name="T32" fmla="*/ 330 w 512"/>
              <a:gd name="T33" fmla="*/ 256 h 512"/>
              <a:gd name="T34" fmla="*/ 256 w 512"/>
              <a:gd name="T35" fmla="*/ 181 h 512"/>
              <a:gd name="T36" fmla="*/ 181 w 512"/>
              <a:gd name="T37" fmla="*/ 256 h 512"/>
              <a:gd name="T38" fmla="*/ 256 w 512"/>
              <a:gd name="T39" fmla="*/ 330 h 512"/>
              <a:gd name="T40" fmla="*/ 330 w 512"/>
              <a:gd name="T41" fmla="*/ 256 h 512"/>
              <a:gd name="T42" fmla="*/ 512 w 512"/>
              <a:gd name="T43" fmla="*/ 256 h 512"/>
              <a:gd name="T44" fmla="*/ 256 w 512"/>
              <a:gd name="T45" fmla="*/ 512 h 512"/>
              <a:gd name="T46" fmla="*/ 0 w 512"/>
              <a:gd name="T47" fmla="*/ 256 h 512"/>
              <a:gd name="T48" fmla="*/ 256 w 512"/>
              <a:gd name="T49" fmla="*/ 0 h 512"/>
              <a:gd name="T50" fmla="*/ 512 w 512"/>
              <a:gd name="T51" fmla="*/ 256 h 512"/>
              <a:gd name="T52" fmla="*/ 416 w 512"/>
              <a:gd name="T53" fmla="*/ 170 h 512"/>
              <a:gd name="T54" fmla="*/ 405 w 512"/>
              <a:gd name="T55" fmla="*/ 160 h 512"/>
              <a:gd name="T56" fmla="*/ 355 w 512"/>
              <a:gd name="T57" fmla="*/ 160 h 512"/>
              <a:gd name="T58" fmla="*/ 340 w 512"/>
              <a:gd name="T59" fmla="*/ 133 h 512"/>
              <a:gd name="T60" fmla="*/ 330 w 512"/>
              <a:gd name="T61" fmla="*/ 128 h 512"/>
              <a:gd name="T62" fmla="*/ 181 w 512"/>
              <a:gd name="T63" fmla="*/ 128 h 512"/>
              <a:gd name="T64" fmla="*/ 173 w 512"/>
              <a:gd name="T65" fmla="*/ 132 h 512"/>
              <a:gd name="T66" fmla="*/ 151 w 512"/>
              <a:gd name="T67" fmla="*/ 160 h 512"/>
              <a:gd name="T68" fmla="*/ 106 w 512"/>
              <a:gd name="T69" fmla="*/ 160 h 512"/>
              <a:gd name="T70" fmla="*/ 96 w 512"/>
              <a:gd name="T71" fmla="*/ 170 h 512"/>
              <a:gd name="T72" fmla="*/ 96 w 512"/>
              <a:gd name="T73" fmla="*/ 362 h 512"/>
              <a:gd name="T74" fmla="*/ 106 w 512"/>
              <a:gd name="T75" fmla="*/ 373 h 512"/>
              <a:gd name="T76" fmla="*/ 405 w 512"/>
              <a:gd name="T77" fmla="*/ 373 h 512"/>
              <a:gd name="T78" fmla="*/ 416 w 512"/>
              <a:gd name="T79" fmla="*/ 362 h 512"/>
              <a:gd name="T80" fmla="*/ 416 w 512"/>
              <a:gd name="T81" fmla="*/ 1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12" h="512">
                <a:moveTo>
                  <a:pt x="309" y="256"/>
                </a:moveTo>
                <a:cubicBezTo>
                  <a:pt x="309" y="285"/>
                  <a:pt x="285" y="309"/>
                  <a:pt x="256" y="309"/>
                </a:cubicBezTo>
                <a:cubicBezTo>
                  <a:pt x="226" y="309"/>
                  <a:pt x="202" y="285"/>
                  <a:pt x="202" y="256"/>
                </a:cubicBezTo>
                <a:cubicBezTo>
                  <a:pt x="202" y="226"/>
                  <a:pt x="226" y="202"/>
                  <a:pt x="256" y="202"/>
                </a:cubicBezTo>
                <a:cubicBezTo>
                  <a:pt x="285" y="202"/>
                  <a:pt x="309" y="226"/>
                  <a:pt x="309" y="256"/>
                </a:cubicBezTo>
                <a:close/>
                <a:moveTo>
                  <a:pt x="349" y="181"/>
                </a:moveTo>
                <a:cubicBezTo>
                  <a:pt x="394" y="181"/>
                  <a:pt x="394" y="181"/>
                  <a:pt x="394" y="181"/>
                </a:cubicBezTo>
                <a:cubicBezTo>
                  <a:pt x="394" y="352"/>
                  <a:pt x="394" y="352"/>
                  <a:pt x="394" y="352"/>
                </a:cubicBezTo>
                <a:cubicBezTo>
                  <a:pt x="117" y="352"/>
                  <a:pt x="117" y="352"/>
                  <a:pt x="117" y="352"/>
                </a:cubicBezTo>
                <a:cubicBezTo>
                  <a:pt x="117" y="181"/>
                  <a:pt x="117" y="181"/>
                  <a:pt x="117" y="181"/>
                </a:cubicBezTo>
                <a:cubicBezTo>
                  <a:pt x="157" y="181"/>
                  <a:pt x="157" y="181"/>
                  <a:pt x="157" y="181"/>
                </a:cubicBezTo>
                <a:cubicBezTo>
                  <a:pt x="160" y="181"/>
                  <a:pt x="163" y="179"/>
                  <a:pt x="165" y="177"/>
                </a:cubicBezTo>
                <a:cubicBezTo>
                  <a:pt x="186" y="149"/>
                  <a:pt x="186" y="149"/>
                  <a:pt x="186" y="149"/>
                </a:cubicBezTo>
                <a:cubicBezTo>
                  <a:pt x="324" y="149"/>
                  <a:pt x="324" y="149"/>
                  <a:pt x="324" y="149"/>
                </a:cubicBezTo>
                <a:cubicBezTo>
                  <a:pt x="339" y="176"/>
                  <a:pt x="339" y="176"/>
                  <a:pt x="339" y="176"/>
                </a:cubicBezTo>
                <a:cubicBezTo>
                  <a:pt x="341" y="179"/>
                  <a:pt x="345" y="181"/>
                  <a:pt x="349" y="181"/>
                </a:cubicBezTo>
                <a:close/>
                <a:moveTo>
                  <a:pt x="330" y="256"/>
                </a:moveTo>
                <a:cubicBezTo>
                  <a:pt x="330" y="214"/>
                  <a:pt x="297" y="181"/>
                  <a:pt x="256" y="181"/>
                </a:cubicBezTo>
                <a:cubicBezTo>
                  <a:pt x="214" y="181"/>
                  <a:pt x="181" y="214"/>
                  <a:pt x="181" y="256"/>
                </a:cubicBezTo>
                <a:cubicBezTo>
                  <a:pt x="181" y="297"/>
                  <a:pt x="214" y="330"/>
                  <a:pt x="256" y="330"/>
                </a:cubicBezTo>
                <a:cubicBezTo>
                  <a:pt x="297" y="330"/>
                  <a:pt x="330" y="297"/>
                  <a:pt x="330" y="256"/>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16" y="170"/>
                </a:moveTo>
                <a:cubicBezTo>
                  <a:pt x="416" y="164"/>
                  <a:pt x="411" y="160"/>
                  <a:pt x="405" y="160"/>
                </a:cubicBezTo>
                <a:cubicBezTo>
                  <a:pt x="355" y="160"/>
                  <a:pt x="355" y="160"/>
                  <a:pt x="355" y="160"/>
                </a:cubicBezTo>
                <a:cubicBezTo>
                  <a:pt x="340" y="133"/>
                  <a:pt x="340" y="133"/>
                  <a:pt x="340" y="133"/>
                </a:cubicBezTo>
                <a:cubicBezTo>
                  <a:pt x="338" y="130"/>
                  <a:pt x="334" y="128"/>
                  <a:pt x="330" y="128"/>
                </a:cubicBezTo>
                <a:cubicBezTo>
                  <a:pt x="181" y="128"/>
                  <a:pt x="181" y="128"/>
                  <a:pt x="181" y="128"/>
                </a:cubicBezTo>
                <a:cubicBezTo>
                  <a:pt x="178" y="128"/>
                  <a:pt x="175" y="129"/>
                  <a:pt x="173" y="132"/>
                </a:cubicBezTo>
                <a:cubicBezTo>
                  <a:pt x="151" y="160"/>
                  <a:pt x="151" y="160"/>
                  <a:pt x="151" y="160"/>
                </a:cubicBezTo>
                <a:cubicBezTo>
                  <a:pt x="106" y="160"/>
                  <a:pt x="106" y="160"/>
                  <a:pt x="106" y="160"/>
                </a:cubicBezTo>
                <a:cubicBezTo>
                  <a:pt x="100" y="160"/>
                  <a:pt x="96" y="164"/>
                  <a:pt x="96" y="170"/>
                </a:cubicBezTo>
                <a:cubicBezTo>
                  <a:pt x="96" y="362"/>
                  <a:pt x="96" y="362"/>
                  <a:pt x="96" y="362"/>
                </a:cubicBezTo>
                <a:cubicBezTo>
                  <a:pt x="96" y="368"/>
                  <a:pt x="100" y="373"/>
                  <a:pt x="106" y="373"/>
                </a:cubicBezTo>
                <a:cubicBezTo>
                  <a:pt x="405" y="373"/>
                  <a:pt x="405" y="373"/>
                  <a:pt x="405" y="373"/>
                </a:cubicBezTo>
                <a:cubicBezTo>
                  <a:pt x="411" y="373"/>
                  <a:pt x="416" y="368"/>
                  <a:pt x="416" y="362"/>
                </a:cubicBezTo>
                <a:lnTo>
                  <a:pt x="416" y="170"/>
                </a:lnTo>
                <a:close/>
              </a:path>
            </a:pathLst>
          </a:custGeom>
          <a:solidFill>
            <a:srgbClr val="26890D"/>
          </a:solidFill>
          <a:ln>
            <a:noFill/>
          </a:ln>
        </p:spPr>
        <p:txBody>
          <a:bodyPr vert="horz" wrap="square" lIns="68580" tIns="34290" rIns="68580" bIns="34290" numCol="1" anchor="t" anchorCtr="0" compatLnSpc="1">
            <a:prstTxWarp prst="textNoShape">
              <a:avLst/>
            </a:prstTxWarp>
          </a:bodyPr>
          <a:lstStyle/>
          <a:p>
            <a:endParaRPr lang="en-GB" sz="1350" dirty="0">
              <a:latin typeface="Aptos" panose="020B0004020202020204" pitchFamily="34" charset="0"/>
            </a:endParaRPr>
          </a:p>
        </p:txBody>
      </p:sp>
      <p:sp>
        <p:nvSpPr>
          <p:cNvPr id="15" name="Freeform 723">
            <a:extLst>
              <a:ext uri="{FF2B5EF4-FFF2-40B4-BE49-F238E27FC236}">
                <a16:creationId xmlns:a16="http://schemas.microsoft.com/office/drawing/2014/main" id="{0483C0CA-D870-B275-065C-84CF79E72AEA}"/>
              </a:ext>
            </a:extLst>
          </p:cNvPr>
          <p:cNvSpPr>
            <a:spLocks noChangeAspect="1" noEditPoints="1"/>
          </p:cNvSpPr>
          <p:nvPr/>
        </p:nvSpPr>
        <p:spPr bwMode="auto">
          <a:xfrm>
            <a:off x="4062948" y="5192561"/>
            <a:ext cx="567000" cy="567000"/>
          </a:xfrm>
          <a:custGeom>
            <a:avLst/>
            <a:gdLst>
              <a:gd name="T0" fmla="*/ 248 w 512"/>
              <a:gd name="T1" fmla="*/ 263 h 512"/>
              <a:gd name="T2" fmla="*/ 263 w 512"/>
              <a:gd name="T3" fmla="*/ 263 h 512"/>
              <a:gd name="T4" fmla="*/ 288 w 512"/>
              <a:gd name="T5" fmla="*/ 256 h 512"/>
              <a:gd name="T6" fmla="*/ 224 w 512"/>
              <a:gd name="T7" fmla="*/ 256 h 512"/>
              <a:gd name="T8" fmla="*/ 269 w 512"/>
              <a:gd name="T9" fmla="*/ 227 h 512"/>
              <a:gd name="T10" fmla="*/ 331 w 512"/>
              <a:gd name="T11" fmla="*/ 196 h 512"/>
              <a:gd name="T12" fmla="*/ 256 w 512"/>
              <a:gd name="T13" fmla="*/ 352 h 512"/>
              <a:gd name="T14" fmla="*/ 256 w 512"/>
              <a:gd name="T15" fmla="*/ 160 h 512"/>
              <a:gd name="T16" fmla="*/ 331 w 512"/>
              <a:gd name="T17" fmla="*/ 166 h 512"/>
              <a:gd name="T18" fmla="*/ 138 w 512"/>
              <a:gd name="T19" fmla="*/ 256 h 512"/>
              <a:gd name="T20" fmla="*/ 373 w 512"/>
              <a:gd name="T21" fmla="*/ 256 h 512"/>
              <a:gd name="T22" fmla="*/ 331 w 512"/>
              <a:gd name="T23" fmla="*/ 196 h 512"/>
              <a:gd name="T24" fmla="*/ 181 w 512"/>
              <a:gd name="T25" fmla="*/ 256 h 512"/>
              <a:gd name="T26" fmla="*/ 330 w 512"/>
              <a:gd name="T27" fmla="*/ 256 h 512"/>
              <a:gd name="T28" fmla="*/ 300 w 512"/>
              <a:gd name="T29" fmla="*/ 226 h 512"/>
              <a:gd name="T30" fmla="*/ 256 w 512"/>
              <a:gd name="T31" fmla="*/ 309 h 512"/>
              <a:gd name="T32" fmla="*/ 256 w 512"/>
              <a:gd name="T33" fmla="*/ 202 h 512"/>
              <a:gd name="T34" fmla="*/ 300 w 512"/>
              <a:gd name="T35" fmla="*/ 196 h 512"/>
              <a:gd name="T36" fmla="*/ 512 w 512"/>
              <a:gd name="T37" fmla="*/ 256 h 512"/>
              <a:gd name="T38" fmla="*/ 0 w 512"/>
              <a:gd name="T39" fmla="*/ 256 h 512"/>
              <a:gd name="T40" fmla="*/ 512 w 512"/>
              <a:gd name="T41" fmla="*/ 256 h 512"/>
              <a:gd name="T42" fmla="*/ 394 w 512"/>
              <a:gd name="T43" fmla="*/ 138 h 512"/>
              <a:gd name="T44" fmla="*/ 373 w 512"/>
              <a:gd name="T45" fmla="*/ 117 h 512"/>
              <a:gd name="T46" fmla="*/ 352 w 512"/>
              <a:gd name="T47" fmla="*/ 117 h 512"/>
              <a:gd name="T48" fmla="*/ 346 w 512"/>
              <a:gd name="T49" fmla="*/ 150 h 512"/>
              <a:gd name="T50" fmla="*/ 117 w 512"/>
              <a:gd name="T51" fmla="*/ 256 h 512"/>
              <a:gd name="T52" fmla="*/ 141 w 512"/>
              <a:gd name="T53" fmla="*/ 376 h 512"/>
              <a:gd name="T54" fmla="*/ 149 w 512"/>
              <a:gd name="T55" fmla="*/ 394 h 512"/>
              <a:gd name="T56" fmla="*/ 178 w 512"/>
              <a:gd name="T57" fmla="*/ 370 h 512"/>
              <a:gd name="T58" fmla="*/ 334 w 512"/>
              <a:gd name="T59" fmla="*/ 370 h 512"/>
              <a:gd name="T60" fmla="*/ 362 w 512"/>
              <a:gd name="T61" fmla="*/ 394 h 512"/>
              <a:gd name="T62" fmla="*/ 370 w 512"/>
              <a:gd name="T63" fmla="*/ 376 h 512"/>
              <a:gd name="T64" fmla="*/ 394 w 512"/>
              <a:gd name="T65" fmla="*/ 256 h 512"/>
              <a:gd name="T66" fmla="*/ 367 w 512"/>
              <a:gd name="T67" fmla="*/ 160 h 512"/>
              <a:gd name="T68" fmla="*/ 405 w 512"/>
              <a:gd name="T69" fmla="*/ 149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2" h="512">
                <a:moveTo>
                  <a:pt x="248" y="248"/>
                </a:moveTo>
                <a:cubicBezTo>
                  <a:pt x="244" y="252"/>
                  <a:pt x="244" y="259"/>
                  <a:pt x="248" y="263"/>
                </a:cubicBezTo>
                <a:cubicBezTo>
                  <a:pt x="250" y="265"/>
                  <a:pt x="253" y="266"/>
                  <a:pt x="256" y="266"/>
                </a:cubicBezTo>
                <a:cubicBezTo>
                  <a:pt x="258" y="266"/>
                  <a:pt x="261" y="265"/>
                  <a:pt x="263" y="263"/>
                </a:cubicBezTo>
                <a:cubicBezTo>
                  <a:pt x="284" y="242"/>
                  <a:pt x="284" y="242"/>
                  <a:pt x="284" y="242"/>
                </a:cubicBezTo>
                <a:cubicBezTo>
                  <a:pt x="286" y="246"/>
                  <a:pt x="288" y="251"/>
                  <a:pt x="288" y="256"/>
                </a:cubicBezTo>
                <a:cubicBezTo>
                  <a:pt x="288" y="273"/>
                  <a:pt x="273" y="288"/>
                  <a:pt x="256" y="288"/>
                </a:cubicBezTo>
                <a:cubicBezTo>
                  <a:pt x="238" y="288"/>
                  <a:pt x="224" y="273"/>
                  <a:pt x="224" y="256"/>
                </a:cubicBezTo>
                <a:cubicBezTo>
                  <a:pt x="224" y="238"/>
                  <a:pt x="238" y="224"/>
                  <a:pt x="256" y="224"/>
                </a:cubicBezTo>
                <a:cubicBezTo>
                  <a:pt x="261" y="224"/>
                  <a:pt x="265" y="225"/>
                  <a:pt x="269" y="227"/>
                </a:cubicBezTo>
                <a:lnTo>
                  <a:pt x="248" y="248"/>
                </a:lnTo>
                <a:close/>
                <a:moveTo>
                  <a:pt x="331" y="196"/>
                </a:moveTo>
                <a:cubicBezTo>
                  <a:pt x="344" y="212"/>
                  <a:pt x="352" y="233"/>
                  <a:pt x="352" y="256"/>
                </a:cubicBezTo>
                <a:cubicBezTo>
                  <a:pt x="352" y="309"/>
                  <a:pt x="309" y="352"/>
                  <a:pt x="256" y="352"/>
                </a:cubicBezTo>
                <a:cubicBezTo>
                  <a:pt x="203" y="352"/>
                  <a:pt x="160" y="309"/>
                  <a:pt x="160" y="256"/>
                </a:cubicBezTo>
                <a:cubicBezTo>
                  <a:pt x="160" y="203"/>
                  <a:pt x="203" y="160"/>
                  <a:pt x="256" y="160"/>
                </a:cubicBezTo>
                <a:cubicBezTo>
                  <a:pt x="278" y="160"/>
                  <a:pt x="299" y="168"/>
                  <a:pt x="316" y="181"/>
                </a:cubicBezTo>
                <a:cubicBezTo>
                  <a:pt x="331" y="166"/>
                  <a:pt x="331" y="166"/>
                  <a:pt x="331" y="166"/>
                </a:cubicBezTo>
                <a:cubicBezTo>
                  <a:pt x="310" y="149"/>
                  <a:pt x="284" y="138"/>
                  <a:pt x="256" y="138"/>
                </a:cubicBezTo>
                <a:cubicBezTo>
                  <a:pt x="191" y="138"/>
                  <a:pt x="138" y="191"/>
                  <a:pt x="138" y="256"/>
                </a:cubicBezTo>
                <a:cubicBezTo>
                  <a:pt x="138" y="320"/>
                  <a:pt x="191" y="373"/>
                  <a:pt x="256" y="373"/>
                </a:cubicBezTo>
                <a:cubicBezTo>
                  <a:pt x="320" y="373"/>
                  <a:pt x="373" y="320"/>
                  <a:pt x="373" y="256"/>
                </a:cubicBezTo>
                <a:cubicBezTo>
                  <a:pt x="373" y="227"/>
                  <a:pt x="363" y="201"/>
                  <a:pt x="346" y="181"/>
                </a:cubicBezTo>
                <a:lnTo>
                  <a:pt x="331" y="196"/>
                </a:lnTo>
                <a:close/>
                <a:moveTo>
                  <a:pt x="256" y="181"/>
                </a:moveTo>
                <a:cubicBezTo>
                  <a:pt x="214" y="181"/>
                  <a:pt x="181" y="214"/>
                  <a:pt x="181" y="256"/>
                </a:cubicBezTo>
                <a:cubicBezTo>
                  <a:pt x="181" y="297"/>
                  <a:pt x="214" y="330"/>
                  <a:pt x="256" y="330"/>
                </a:cubicBezTo>
                <a:cubicBezTo>
                  <a:pt x="297" y="330"/>
                  <a:pt x="330" y="297"/>
                  <a:pt x="330" y="256"/>
                </a:cubicBezTo>
                <a:cubicBezTo>
                  <a:pt x="330" y="239"/>
                  <a:pt x="325" y="224"/>
                  <a:pt x="315" y="211"/>
                </a:cubicBezTo>
                <a:cubicBezTo>
                  <a:pt x="300" y="226"/>
                  <a:pt x="300" y="226"/>
                  <a:pt x="300" y="226"/>
                </a:cubicBezTo>
                <a:cubicBezTo>
                  <a:pt x="306" y="235"/>
                  <a:pt x="309" y="245"/>
                  <a:pt x="309" y="256"/>
                </a:cubicBezTo>
                <a:cubicBezTo>
                  <a:pt x="309" y="285"/>
                  <a:pt x="285" y="309"/>
                  <a:pt x="256" y="309"/>
                </a:cubicBezTo>
                <a:cubicBezTo>
                  <a:pt x="226" y="309"/>
                  <a:pt x="202" y="285"/>
                  <a:pt x="202" y="256"/>
                </a:cubicBezTo>
                <a:cubicBezTo>
                  <a:pt x="202" y="226"/>
                  <a:pt x="226" y="202"/>
                  <a:pt x="256" y="202"/>
                </a:cubicBezTo>
                <a:cubicBezTo>
                  <a:pt x="267" y="202"/>
                  <a:pt x="277" y="206"/>
                  <a:pt x="285" y="211"/>
                </a:cubicBezTo>
                <a:cubicBezTo>
                  <a:pt x="300" y="196"/>
                  <a:pt x="300" y="196"/>
                  <a:pt x="300" y="196"/>
                </a:cubicBezTo>
                <a:cubicBezTo>
                  <a:pt x="288" y="187"/>
                  <a:pt x="272" y="181"/>
                  <a:pt x="256" y="181"/>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5" y="149"/>
                </a:moveTo>
                <a:cubicBezTo>
                  <a:pt x="405" y="143"/>
                  <a:pt x="400" y="138"/>
                  <a:pt x="394" y="138"/>
                </a:cubicBezTo>
                <a:cubicBezTo>
                  <a:pt x="373" y="138"/>
                  <a:pt x="373" y="138"/>
                  <a:pt x="373" y="138"/>
                </a:cubicBezTo>
                <a:cubicBezTo>
                  <a:pt x="373" y="117"/>
                  <a:pt x="373" y="117"/>
                  <a:pt x="373" y="117"/>
                </a:cubicBezTo>
                <a:cubicBezTo>
                  <a:pt x="373" y="111"/>
                  <a:pt x="368" y="106"/>
                  <a:pt x="362" y="106"/>
                </a:cubicBezTo>
                <a:cubicBezTo>
                  <a:pt x="356" y="106"/>
                  <a:pt x="352" y="111"/>
                  <a:pt x="352" y="117"/>
                </a:cubicBezTo>
                <a:cubicBezTo>
                  <a:pt x="352" y="145"/>
                  <a:pt x="352" y="145"/>
                  <a:pt x="352" y="145"/>
                </a:cubicBezTo>
                <a:cubicBezTo>
                  <a:pt x="346" y="150"/>
                  <a:pt x="346" y="150"/>
                  <a:pt x="346" y="150"/>
                </a:cubicBezTo>
                <a:cubicBezTo>
                  <a:pt x="322" y="130"/>
                  <a:pt x="290" y="117"/>
                  <a:pt x="256" y="117"/>
                </a:cubicBezTo>
                <a:cubicBezTo>
                  <a:pt x="179" y="117"/>
                  <a:pt x="117" y="179"/>
                  <a:pt x="117" y="256"/>
                </a:cubicBezTo>
                <a:cubicBezTo>
                  <a:pt x="117" y="295"/>
                  <a:pt x="134" y="331"/>
                  <a:pt x="161" y="357"/>
                </a:cubicBezTo>
                <a:cubicBezTo>
                  <a:pt x="141" y="376"/>
                  <a:pt x="141" y="376"/>
                  <a:pt x="141" y="376"/>
                </a:cubicBezTo>
                <a:cubicBezTo>
                  <a:pt x="137" y="380"/>
                  <a:pt x="137" y="387"/>
                  <a:pt x="141" y="391"/>
                </a:cubicBezTo>
                <a:cubicBezTo>
                  <a:pt x="144" y="393"/>
                  <a:pt x="146" y="394"/>
                  <a:pt x="149" y="394"/>
                </a:cubicBezTo>
                <a:cubicBezTo>
                  <a:pt x="152" y="394"/>
                  <a:pt x="154" y="393"/>
                  <a:pt x="157" y="391"/>
                </a:cubicBezTo>
                <a:cubicBezTo>
                  <a:pt x="178" y="370"/>
                  <a:pt x="178" y="370"/>
                  <a:pt x="178" y="370"/>
                </a:cubicBezTo>
                <a:cubicBezTo>
                  <a:pt x="200" y="385"/>
                  <a:pt x="227" y="394"/>
                  <a:pt x="256" y="394"/>
                </a:cubicBezTo>
                <a:cubicBezTo>
                  <a:pt x="285" y="394"/>
                  <a:pt x="311" y="385"/>
                  <a:pt x="334" y="370"/>
                </a:cubicBezTo>
                <a:cubicBezTo>
                  <a:pt x="355" y="391"/>
                  <a:pt x="355" y="391"/>
                  <a:pt x="355" y="391"/>
                </a:cubicBezTo>
                <a:cubicBezTo>
                  <a:pt x="357" y="393"/>
                  <a:pt x="360" y="394"/>
                  <a:pt x="362" y="394"/>
                </a:cubicBezTo>
                <a:cubicBezTo>
                  <a:pt x="365" y="394"/>
                  <a:pt x="368" y="393"/>
                  <a:pt x="370" y="391"/>
                </a:cubicBezTo>
                <a:cubicBezTo>
                  <a:pt x="374" y="387"/>
                  <a:pt x="374" y="380"/>
                  <a:pt x="370" y="376"/>
                </a:cubicBezTo>
                <a:cubicBezTo>
                  <a:pt x="350" y="357"/>
                  <a:pt x="350" y="357"/>
                  <a:pt x="350" y="357"/>
                </a:cubicBezTo>
                <a:cubicBezTo>
                  <a:pt x="377" y="331"/>
                  <a:pt x="394" y="295"/>
                  <a:pt x="394" y="256"/>
                </a:cubicBezTo>
                <a:cubicBezTo>
                  <a:pt x="394" y="221"/>
                  <a:pt x="382" y="190"/>
                  <a:pt x="361" y="166"/>
                </a:cubicBezTo>
                <a:cubicBezTo>
                  <a:pt x="367" y="160"/>
                  <a:pt x="367" y="160"/>
                  <a:pt x="367" y="160"/>
                </a:cubicBezTo>
                <a:cubicBezTo>
                  <a:pt x="394" y="160"/>
                  <a:pt x="394" y="160"/>
                  <a:pt x="394" y="160"/>
                </a:cubicBezTo>
                <a:cubicBezTo>
                  <a:pt x="400" y="160"/>
                  <a:pt x="405" y="155"/>
                  <a:pt x="405" y="149"/>
                </a:cubicBezTo>
                <a:close/>
              </a:path>
            </a:pathLst>
          </a:custGeom>
          <a:solidFill>
            <a:srgbClr val="26890D"/>
          </a:solidFill>
          <a:ln>
            <a:noFill/>
          </a:ln>
        </p:spPr>
        <p:txBody>
          <a:bodyPr vert="horz" wrap="square" lIns="68580" tIns="34290" rIns="68580" bIns="34290" numCol="1" anchor="t" anchorCtr="0" compatLnSpc="1">
            <a:prstTxWarp prst="textNoShape">
              <a:avLst/>
            </a:prstTxWarp>
          </a:bodyPr>
          <a:lstStyle/>
          <a:p>
            <a:endParaRPr lang="en-GB" sz="1350" dirty="0">
              <a:latin typeface="Aptos" panose="020B0004020202020204" pitchFamily="34" charset="0"/>
            </a:endParaRPr>
          </a:p>
        </p:txBody>
      </p:sp>
      <p:sp>
        <p:nvSpPr>
          <p:cNvPr id="16" name="Freeform 589">
            <a:extLst>
              <a:ext uri="{FF2B5EF4-FFF2-40B4-BE49-F238E27FC236}">
                <a16:creationId xmlns:a16="http://schemas.microsoft.com/office/drawing/2014/main" id="{6310E55F-BDE1-9305-1D8F-48D4BA9A446D}"/>
              </a:ext>
            </a:extLst>
          </p:cNvPr>
          <p:cNvSpPr>
            <a:spLocks noChangeAspect="1" noEditPoints="1"/>
          </p:cNvSpPr>
          <p:nvPr/>
        </p:nvSpPr>
        <p:spPr bwMode="auto">
          <a:xfrm>
            <a:off x="6717756" y="5192561"/>
            <a:ext cx="567000" cy="567000"/>
          </a:xfrm>
          <a:custGeom>
            <a:avLst/>
            <a:gdLst>
              <a:gd name="T0" fmla="*/ 384 w 512"/>
              <a:gd name="T1" fmla="*/ 157 h 512"/>
              <a:gd name="T2" fmla="*/ 384 w 512"/>
              <a:gd name="T3" fmla="*/ 349 h 512"/>
              <a:gd name="T4" fmla="*/ 266 w 512"/>
              <a:gd name="T5" fmla="*/ 348 h 512"/>
              <a:gd name="T6" fmla="*/ 266 w 512"/>
              <a:gd name="T7" fmla="*/ 157 h 512"/>
              <a:gd name="T8" fmla="*/ 384 w 512"/>
              <a:gd name="T9" fmla="*/ 157 h 512"/>
              <a:gd name="T10" fmla="*/ 512 w 512"/>
              <a:gd name="T11" fmla="*/ 256 h 512"/>
              <a:gd name="T12" fmla="*/ 256 w 512"/>
              <a:gd name="T13" fmla="*/ 512 h 512"/>
              <a:gd name="T14" fmla="*/ 0 w 512"/>
              <a:gd name="T15" fmla="*/ 256 h 512"/>
              <a:gd name="T16" fmla="*/ 256 w 512"/>
              <a:gd name="T17" fmla="*/ 0 h 512"/>
              <a:gd name="T18" fmla="*/ 512 w 512"/>
              <a:gd name="T19" fmla="*/ 256 h 512"/>
              <a:gd name="T20" fmla="*/ 405 w 512"/>
              <a:gd name="T21" fmla="*/ 149 h 512"/>
              <a:gd name="T22" fmla="*/ 398 w 512"/>
              <a:gd name="T23" fmla="*/ 139 h 512"/>
              <a:gd name="T24" fmla="*/ 256 w 512"/>
              <a:gd name="T25" fmla="*/ 138 h 512"/>
              <a:gd name="T26" fmla="*/ 114 w 512"/>
              <a:gd name="T27" fmla="*/ 139 h 512"/>
              <a:gd name="T28" fmla="*/ 106 w 512"/>
              <a:gd name="T29" fmla="*/ 149 h 512"/>
              <a:gd name="T30" fmla="*/ 106 w 512"/>
              <a:gd name="T31" fmla="*/ 362 h 512"/>
              <a:gd name="T32" fmla="*/ 111 w 512"/>
              <a:gd name="T33" fmla="*/ 371 h 512"/>
              <a:gd name="T34" fmla="*/ 121 w 512"/>
              <a:gd name="T35" fmla="*/ 372 h 512"/>
              <a:gd name="T36" fmla="*/ 253 w 512"/>
              <a:gd name="T37" fmla="*/ 373 h 512"/>
              <a:gd name="T38" fmla="*/ 256 w 512"/>
              <a:gd name="T39" fmla="*/ 373 h 512"/>
              <a:gd name="T40" fmla="*/ 260 w 512"/>
              <a:gd name="T41" fmla="*/ 372 h 512"/>
              <a:gd name="T42" fmla="*/ 260 w 512"/>
              <a:gd name="T43" fmla="*/ 372 h 512"/>
              <a:gd name="T44" fmla="*/ 391 w 512"/>
              <a:gd name="T45" fmla="*/ 373 h 512"/>
              <a:gd name="T46" fmla="*/ 401 w 512"/>
              <a:gd name="T47" fmla="*/ 371 h 512"/>
              <a:gd name="T48" fmla="*/ 405 w 512"/>
              <a:gd name="T49" fmla="*/ 362 h 512"/>
              <a:gd name="T50" fmla="*/ 405 w 512"/>
              <a:gd name="T51" fmla="*/ 149 h 512"/>
              <a:gd name="T52" fmla="*/ 128 w 512"/>
              <a:gd name="T53" fmla="*/ 157 h 512"/>
              <a:gd name="T54" fmla="*/ 128 w 512"/>
              <a:gd name="T55" fmla="*/ 348 h 512"/>
              <a:gd name="T56" fmla="*/ 245 w 512"/>
              <a:gd name="T57" fmla="*/ 349 h 512"/>
              <a:gd name="T58" fmla="*/ 245 w 512"/>
              <a:gd name="T59" fmla="*/ 157 h 512"/>
              <a:gd name="T60" fmla="*/ 128 w 512"/>
              <a:gd name="T61" fmla="*/ 15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2" h="512">
                <a:moveTo>
                  <a:pt x="384" y="157"/>
                </a:moveTo>
                <a:cubicBezTo>
                  <a:pt x="384" y="349"/>
                  <a:pt x="384" y="349"/>
                  <a:pt x="384" y="349"/>
                </a:cubicBezTo>
                <a:cubicBezTo>
                  <a:pt x="328" y="335"/>
                  <a:pt x="287" y="342"/>
                  <a:pt x="266" y="348"/>
                </a:cubicBezTo>
                <a:cubicBezTo>
                  <a:pt x="266" y="157"/>
                  <a:pt x="266" y="157"/>
                  <a:pt x="266" y="157"/>
                </a:cubicBezTo>
                <a:cubicBezTo>
                  <a:pt x="321" y="144"/>
                  <a:pt x="367" y="153"/>
                  <a:pt x="384" y="157"/>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405" y="149"/>
                </a:moveTo>
                <a:cubicBezTo>
                  <a:pt x="405" y="144"/>
                  <a:pt x="402" y="140"/>
                  <a:pt x="398" y="139"/>
                </a:cubicBezTo>
                <a:cubicBezTo>
                  <a:pt x="395" y="138"/>
                  <a:pt x="334" y="117"/>
                  <a:pt x="256" y="138"/>
                </a:cubicBezTo>
                <a:cubicBezTo>
                  <a:pt x="243" y="133"/>
                  <a:pt x="191" y="120"/>
                  <a:pt x="114" y="139"/>
                </a:cubicBezTo>
                <a:cubicBezTo>
                  <a:pt x="110" y="140"/>
                  <a:pt x="106" y="144"/>
                  <a:pt x="106" y="149"/>
                </a:cubicBezTo>
                <a:cubicBezTo>
                  <a:pt x="106" y="362"/>
                  <a:pt x="106" y="362"/>
                  <a:pt x="106" y="362"/>
                </a:cubicBezTo>
                <a:cubicBezTo>
                  <a:pt x="106" y="366"/>
                  <a:pt x="108" y="369"/>
                  <a:pt x="111" y="371"/>
                </a:cubicBezTo>
                <a:cubicBezTo>
                  <a:pt x="114" y="373"/>
                  <a:pt x="118" y="374"/>
                  <a:pt x="121" y="372"/>
                </a:cubicBezTo>
                <a:cubicBezTo>
                  <a:pt x="122" y="372"/>
                  <a:pt x="178" y="350"/>
                  <a:pt x="253" y="373"/>
                </a:cubicBezTo>
                <a:cubicBezTo>
                  <a:pt x="254" y="373"/>
                  <a:pt x="255" y="373"/>
                  <a:pt x="256" y="373"/>
                </a:cubicBezTo>
                <a:cubicBezTo>
                  <a:pt x="257" y="373"/>
                  <a:pt x="259" y="373"/>
                  <a:pt x="260" y="372"/>
                </a:cubicBezTo>
                <a:cubicBezTo>
                  <a:pt x="260" y="372"/>
                  <a:pt x="260" y="372"/>
                  <a:pt x="260" y="372"/>
                </a:cubicBezTo>
                <a:cubicBezTo>
                  <a:pt x="261" y="372"/>
                  <a:pt x="311" y="350"/>
                  <a:pt x="391" y="373"/>
                </a:cubicBezTo>
                <a:cubicBezTo>
                  <a:pt x="395" y="373"/>
                  <a:pt x="398" y="373"/>
                  <a:pt x="401" y="371"/>
                </a:cubicBezTo>
                <a:cubicBezTo>
                  <a:pt x="403" y="369"/>
                  <a:pt x="405" y="366"/>
                  <a:pt x="405" y="362"/>
                </a:cubicBezTo>
                <a:lnTo>
                  <a:pt x="405" y="149"/>
                </a:lnTo>
                <a:close/>
                <a:moveTo>
                  <a:pt x="128" y="157"/>
                </a:moveTo>
                <a:cubicBezTo>
                  <a:pt x="128" y="348"/>
                  <a:pt x="128" y="348"/>
                  <a:pt x="128" y="348"/>
                </a:cubicBezTo>
                <a:cubicBezTo>
                  <a:pt x="149" y="342"/>
                  <a:pt x="192" y="336"/>
                  <a:pt x="245" y="349"/>
                </a:cubicBezTo>
                <a:cubicBezTo>
                  <a:pt x="245" y="157"/>
                  <a:pt x="245" y="157"/>
                  <a:pt x="245" y="157"/>
                </a:cubicBezTo>
                <a:cubicBezTo>
                  <a:pt x="229" y="153"/>
                  <a:pt x="187" y="144"/>
                  <a:pt x="128" y="157"/>
                </a:cubicBezTo>
                <a:close/>
              </a:path>
            </a:pathLst>
          </a:custGeom>
          <a:solidFill>
            <a:srgbClr val="26890D"/>
          </a:solidFill>
          <a:ln>
            <a:noFill/>
          </a:ln>
        </p:spPr>
        <p:txBody>
          <a:bodyPr vert="horz" wrap="square" lIns="68580" tIns="34290" rIns="68580" bIns="34290" numCol="1" anchor="t" anchorCtr="0" compatLnSpc="1">
            <a:prstTxWarp prst="textNoShape">
              <a:avLst/>
            </a:prstTxWarp>
          </a:bodyPr>
          <a:lstStyle/>
          <a:p>
            <a:endParaRPr lang="en-GB" sz="1350" dirty="0">
              <a:latin typeface="Aptos" panose="020B0004020202020204" pitchFamily="34" charset="0"/>
            </a:endParaRPr>
          </a:p>
        </p:txBody>
      </p:sp>
      <p:sp>
        <p:nvSpPr>
          <p:cNvPr id="17" name="Freeform 489">
            <a:extLst>
              <a:ext uri="{FF2B5EF4-FFF2-40B4-BE49-F238E27FC236}">
                <a16:creationId xmlns:a16="http://schemas.microsoft.com/office/drawing/2014/main" id="{5A225B2E-7037-9A69-87F0-97F165F0CE2B}"/>
              </a:ext>
            </a:extLst>
          </p:cNvPr>
          <p:cNvSpPr>
            <a:spLocks noChangeAspect="1" noEditPoints="1"/>
          </p:cNvSpPr>
          <p:nvPr/>
        </p:nvSpPr>
        <p:spPr bwMode="auto">
          <a:xfrm>
            <a:off x="9372564" y="5192561"/>
            <a:ext cx="567000" cy="567000"/>
          </a:xfrm>
          <a:custGeom>
            <a:avLst/>
            <a:gdLst>
              <a:gd name="T0" fmla="*/ 245 w 512"/>
              <a:gd name="T1" fmla="*/ 128 h 512"/>
              <a:gd name="T2" fmla="*/ 256 w 512"/>
              <a:gd name="T3" fmla="*/ 117 h 512"/>
              <a:gd name="T4" fmla="*/ 266 w 512"/>
              <a:gd name="T5" fmla="*/ 128 h 512"/>
              <a:gd name="T6" fmla="*/ 256 w 512"/>
              <a:gd name="T7" fmla="*/ 138 h 512"/>
              <a:gd name="T8" fmla="*/ 245 w 512"/>
              <a:gd name="T9" fmla="*/ 128 h 512"/>
              <a:gd name="T10" fmla="*/ 256 w 512"/>
              <a:gd name="T11" fmla="*/ 160 h 512"/>
              <a:gd name="T12" fmla="*/ 181 w 512"/>
              <a:gd name="T13" fmla="*/ 234 h 512"/>
              <a:gd name="T14" fmla="*/ 162 w 512"/>
              <a:gd name="T15" fmla="*/ 345 h 512"/>
              <a:gd name="T16" fmla="*/ 349 w 512"/>
              <a:gd name="T17" fmla="*/ 345 h 512"/>
              <a:gd name="T18" fmla="*/ 330 w 512"/>
              <a:gd name="T19" fmla="*/ 234 h 512"/>
              <a:gd name="T20" fmla="*/ 256 w 512"/>
              <a:gd name="T21" fmla="*/ 160 h 512"/>
              <a:gd name="T22" fmla="*/ 236 w 512"/>
              <a:gd name="T23" fmla="*/ 380 h 512"/>
              <a:gd name="T24" fmla="*/ 256 w 512"/>
              <a:gd name="T25" fmla="*/ 394 h 512"/>
              <a:gd name="T26" fmla="*/ 276 w 512"/>
              <a:gd name="T27" fmla="*/ 379 h 512"/>
              <a:gd name="T28" fmla="*/ 249 w 512"/>
              <a:gd name="T29" fmla="*/ 381 h 512"/>
              <a:gd name="T30" fmla="*/ 236 w 512"/>
              <a:gd name="T31" fmla="*/ 380 h 512"/>
              <a:gd name="T32" fmla="*/ 512 w 512"/>
              <a:gd name="T33" fmla="*/ 256 h 512"/>
              <a:gd name="T34" fmla="*/ 256 w 512"/>
              <a:gd name="T35" fmla="*/ 512 h 512"/>
              <a:gd name="T36" fmla="*/ 0 w 512"/>
              <a:gd name="T37" fmla="*/ 256 h 512"/>
              <a:gd name="T38" fmla="*/ 256 w 512"/>
              <a:gd name="T39" fmla="*/ 0 h 512"/>
              <a:gd name="T40" fmla="*/ 512 w 512"/>
              <a:gd name="T41" fmla="*/ 256 h 512"/>
              <a:gd name="T42" fmla="*/ 372 w 512"/>
              <a:gd name="T43" fmla="*/ 348 h 512"/>
              <a:gd name="T44" fmla="*/ 352 w 512"/>
              <a:gd name="T45" fmla="*/ 234 h 512"/>
              <a:gd name="T46" fmla="*/ 284 w 512"/>
              <a:gd name="T47" fmla="*/ 142 h 512"/>
              <a:gd name="T48" fmla="*/ 288 w 512"/>
              <a:gd name="T49" fmla="*/ 128 h 512"/>
              <a:gd name="T50" fmla="*/ 256 w 512"/>
              <a:gd name="T51" fmla="*/ 96 h 512"/>
              <a:gd name="T52" fmla="*/ 224 w 512"/>
              <a:gd name="T53" fmla="*/ 128 h 512"/>
              <a:gd name="T54" fmla="*/ 227 w 512"/>
              <a:gd name="T55" fmla="*/ 142 h 512"/>
              <a:gd name="T56" fmla="*/ 160 w 512"/>
              <a:gd name="T57" fmla="*/ 234 h 512"/>
              <a:gd name="T58" fmla="*/ 139 w 512"/>
              <a:gd name="T59" fmla="*/ 348 h 512"/>
              <a:gd name="T60" fmla="*/ 144 w 512"/>
              <a:gd name="T61" fmla="*/ 361 h 512"/>
              <a:gd name="T62" fmla="*/ 214 w 512"/>
              <a:gd name="T63" fmla="*/ 379 h 512"/>
              <a:gd name="T64" fmla="*/ 256 w 512"/>
              <a:gd name="T65" fmla="*/ 416 h 512"/>
              <a:gd name="T66" fmla="*/ 298 w 512"/>
              <a:gd name="T67" fmla="*/ 377 h 512"/>
              <a:gd name="T68" fmla="*/ 366 w 512"/>
              <a:gd name="T69" fmla="*/ 362 h 512"/>
              <a:gd name="T70" fmla="*/ 372 w 512"/>
              <a:gd name="T71" fmla="*/ 357 h 512"/>
              <a:gd name="T72" fmla="*/ 372 w 512"/>
              <a:gd name="T73" fmla="*/ 348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2" h="512">
                <a:moveTo>
                  <a:pt x="245" y="128"/>
                </a:moveTo>
                <a:cubicBezTo>
                  <a:pt x="245" y="122"/>
                  <a:pt x="250" y="117"/>
                  <a:pt x="256" y="117"/>
                </a:cubicBezTo>
                <a:cubicBezTo>
                  <a:pt x="262" y="117"/>
                  <a:pt x="266" y="122"/>
                  <a:pt x="266" y="128"/>
                </a:cubicBezTo>
                <a:cubicBezTo>
                  <a:pt x="266" y="134"/>
                  <a:pt x="262" y="138"/>
                  <a:pt x="256" y="138"/>
                </a:cubicBezTo>
                <a:cubicBezTo>
                  <a:pt x="250" y="138"/>
                  <a:pt x="245" y="134"/>
                  <a:pt x="245" y="128"/>
                </a:cubicBezTo>
                <a:close/>
                <a:moveTo>
                  <a:pt x="256" y="160"/>
                </a:moveTo>
                <a:cubicBezTo>
                  <a:pt x="212" y="160"/>
                  <a:pt x="181" y="190"/>
                  <a:pt x="181" y="234"/>
                </a:cubicBezTo>
                <a:cubicBezTo>
                  <a:pt x="181" y="278"/>
                  <a:pt x="168" y="325"/>
                  <a:pt x="162" y="345"/>
                </a:cubicBezTo>
                <a:cubicBezTo>
                  <a:pt x="185" y="354"/>
                  <a:pt x="253" y="372"/>
                  <a:pt x="349" y="345"/>
                </a:cubicBezTo>
                <a:cubicBezTo>
                  <a:pt x="343" y="324"/>
                  <a:pt x="330" y="277"/>
                  <a:pt x="330" y="234"/>
                </a:cubicBezTo>
                <a:cubicBezTo>
                  <a:pt x="330" y="190"/>
                  <a:pt x="300" y="160"/>
                  <a:pt x="256" y="160"/>
                </a:cubicBezTo>
                <a:close/>
                <a:moveTo>
                  <a:pt x="236" y="380"/>
                </a:moveTo>
                <a:cubicBezTo>
                  <a:pt x="239" y="388"/>
                  <a:pt x="246" y="394"/>
                  <a:pt x="256" y="394"/>
                </a:cubicBezTo>
                <a:cubicBezTo>
                  <a:pt x="265" y="394"/>
                  <a:pt x="273" y="388"/>
                  <a:pt x="276" y="379"/>
                </a:cubicBezTo>
                <a:cubicBezTo>
                  <a:pt x="266" y="380"/>
                  <a:pt x="257" y="381"/>
                  <a:pt x="249" y="381"/>
                </a:cubicBezTo>
                <a:cubicBezTo>
                  <a:pt x="244" y="381"/>
                  <a:pt x="240" y="380"/>
                  <a:pt x="236" y="380"/>
                </a:cubicBezTo>
                <a:close/>
                <a:moveTo>
                  <a:pt x="512" y="256"/>
                </a:moveTo>
                <a:cubicBezTo>
                  <a:pt x="512" y="397"/>
                  <a:pt x="397" y="512"/>
                  <a:pt x="256" y="512"/>
                </a:cubicBezTo>
                <a:cubicBezTo>
                  <a:pt x="114" y="512"/>
                  <a:pt x="0" y="397"/>
                  <a:pt x="0" y="256"/>
                </a:cubicBezTo>
                <a:cubicBezTo>
                  <a:pt x="0" y="114"/>
                  <a:pt x="114" y="0"/>
                  <a:pt x="256" y="0"/>
                </a:cubicBezTo>
                <a:cubicBezTo>
                  <a:pt x="397" y="0"/>
                  <a:pt x="512" y="114"/>
                  <a:pt x="512" y="256"/>
                </a:cubicBezTo>
                <a:close/>
                <a:moveTo>
                  <a:pt x="372" y="348"/>
                </a:moveTo>
                <a:cubicBezTo>
                  <a:pt x="372" y="348"/>
                  <a:pt x="352" y="286"/>
                  <a:pt x="352" y="234"/>
                </a:cubicBezTo>
                <a:cubicBezTo>
                  <a:pt x="352" y="189"/>
                  <a:pt x="324" y="153"/>
                  <a:pt x="284" y="142"/>
                </a:cubicBezTo>
                <a:cubicBezTo>
                  <a:pt x="286" y="138"/>
                  <a:pt x="288" y="133"/>
                  <a:pt x="288" y="128"/>
                </a:cubicBezTo>
                <a:cubicBezTo>
                  <a:pt x="288" y="110"/>
                  <a:pt x="273" y="96"/>
                  <a:pt x="256" y="96"/>
                </a:cubicBezTo>
                <a:cubicBezTo>
                  <a:pt x="238" y="96"/>
                  <a:pt x="224" y="110"/>
                  <a:pt x="224" y="128"/>
                </a:cubicBezTo>
                <a:cubicBezTo>
                  <a:pt x="224" y="133"/>
                  <a:pt x="225" y="138"/>
                  <a:pt x="227" y="142"/>
                </a:cubicBezTo>
                <a:cubicBezTo>
                  <a:pt x="187" y="153"/>
                  <a:pt x="160" y="189"/>
                  <a:pt x="160" y="234"/>
                </a:cubicBezTo>
                <a:cubicBezTo>
                  <a:pt x="160" y="286"/>
                  <a:pt x="139" y="348"/>
                  <a:pt x="139" y="348"/>
                </a:cubicBezTo>
                <a:cubicBezTo>
                  <a:pt x="137" y="353"/>
                  <a:pt x="139" y="359"/>
                  <a:pt x="144" y="361"/>
                </a:cubicBezTo>
                <a:cubicBezTo>
                  <a:pt x="146" y="362"/>
                  <a:pt x="171" y="374"/>
                  <a:pt x="214" y="379"/>
                </a:cubicBezTo>
                <a:cubicBezTo>
                  <a:pt x="216" y="399"/>
                  <a:pt x="234" y="416"/>
                  <a:pt x="256" y="416"/>
                </a:cubicBezTo>
                <a:cubicBezTo>
                  <a:pt x="278" y="416"/>
                  <a:pt x="296" y="399"/>
                  <a:pt x="298" y="377"/>
                </a:cubicBezTo>
                <a:cubicBezTo>
                  <a:pt x="319" y="374"/>
                  <a:pt x="341" y="369"/>
                  <a:pt x="366" y="362"/>
                </a:cubicBezTo>
                <a:cubicBezTo>
                  <a:pt x="368" y="361"/>
                  <a:pt x="371" y="359"/>
                  <a:pt x="372" y="357"/>
                </a:cubicBezTo>
                <a:cubicBezTo>
                  <a:pt x="373" y="354"/>
                  <a:pt x="373" y="351"/>
                  <a:pt x="372" y="348"/>
                </a:cubicBezTo>
                <a:close/>
              </a:path>
            </a:pathLst>
          </a:custGeom>
          <a:solidFill>
            <a:srgbClr val="26890D"/>
          </a:solidFill>
          <a:ln>
            <a:noFill/>
          </a:ln>
        </p:spPr>
        <p:txBody>
          <a:bodyPr vert="horz" wrap="square" lIns="68580" tIns="34290" rIns="68580" bIns="34290" numCol="1" anchor="t" anchorCtr="0" compatLnSpc="1">
            <a:prstTxWarp prst="textNoShape">
              <a:avLst/>
            </a:prstTxWarp>
          </a:bodyPr>
          <a:lstStyle/>
          <a:p>
            <a:endParaRPr lang="en-GB" sz="1350" dirty="0">
              <a:latin typeface="Aptos" panose="020B0004020202020204" pitchFamily="34" charset="0"/>
            </a:endParaRPr>
          </a:p>
        </p:txBody>
      </p:sp>
      <p:sp>
        <p:nvSpPr>
          <p:cNvPr id="19" name="Rectangle 18">
            <a:extLst>
              <a:ext uri="{FF2B5EF4-FFF2-40B4-BE49-F238E27FC236}">
                <a16:creationId xmlns:a16="http://schemas.microsoft.com/office/drawing/2014/main" id="{89B302CA-B4B9-91FF-D3EE-91078EAE1110}"/>
              </a:ext>
            </a:extLst>
          </p:cNvPr>
          <p:cNvSpPr/>
          <p:nvPr/>
        </p:nvSpPr>
        <p:spPr>
          <a:xfrm>
            <a:off x="457200" y="4906360"/>
            <a:ext cx="2468880" cy="53044"/>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dirty="0">
              <a:solidFill>
                <a:schemeClr val="bg1"/>
              </a:solidFill>
              <a:latin typeface="Aptos" panose="020B0004020202020204" pitchFamily="34" charset="0"/>
            </a:endParaRPr>
          </a:p>
        </p:txBody>
      </p:sp>
      <p:sp>
        <p:nvSpPr>
          <p:cNvPr id="20" name="Rectangle 19">
            <a:extLst>
              <a:ext uri="{FF2B5EF4-FFF2-40B4-BE49-F238E27FC236}">
                <a16:creationId xmlns:a16="http://schemas.microsoft.com/office/drawing/2014/main" id="{C9273C8D-911C-5007-6FB4-75B230FBFB6A}"/>
              </a:ext>
            </a:extLst>
          </p:cNvPr>
          <p:cNvSpPr/>
          <p:nvPr/>
        </p:nvSpPr>
        <p:spPr>
          <a:xfrm>
            <a:off x="3112008" y="4906360"/>
            <a:ext cx="2468880" cy="53044"/>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dirty="0">
              <a:solidFill>
                <a:schemeClr val="bg1"/>
              </a:solidFill>
              <a:latin typeface="Aptos" panose="020B0004020202020204" pitchFamily="34" charset="0"/>
            </a:endParaRPr>
          </a:p>
        </p:txBody>
      </p:sp>
      <p:sp>
        <p:nvSpPr>
          <p:cNvPr id="21" name="Rectangle 20">
            <a:extLst>
              <a:ext uri="{FF2B5EF4-FFF2-40B4-BE49-F238E27FC236}">
                <a16:creationId xmlns:a16="http://schemas.microsoft.com/office/drawing/2014/main" id="{0AAB0194-C8D9-9F70-D6C1-BFADA3ED135E}"/>
              </a:ext>
            </a:extLst>
          </p:cNvPr>
          <p:cNvSpPr/>
          <p:nvPr/>
        </p:nvSpPr>
        <p:spPr>
          <a:xfrm>
            <a:off x="5766816" y="4906360"/>
            <a:ext cx="2468880" cy="53044"/>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dirty="0">
              <a:solidFill>
                <a:schemeClr val="bg1"/>
              </a:solidFill>
              <a:latin typeface="Aptos" panose="020B0004020202020204" pitchFamily="34" charset="0"/>
            </a:endParaRPr>
          </a:p>
        </p:txBody>
      </p:sp>
      <p:sp>
        <p:nvSpPr>
          <p:cNvPr id="22" name="Rectangle 21">
            <a:extLst>
              <a:ext uri="{FF2B5EF4-FFF2-40B4-BE49-F238E27FC236}">
                <a16:creationId xmlns:a16="http://schemas.microsoft.com/office/drawing/2014/main" id="{CDAB76C7-D8DE-4680-BD8C-9BD256106CC3}"/>
              </a:ext>
            </a:extLst>
          </p:cNvPr>
          <p:cNvSpPr/>
          <p:nvPr/>
        </p:nvSpPr>
        <p:spPr>
          <a:xfrm>
            <a:off x="8421624" y="4906360"/>
            <a:ext cx="2468880" cy="53044"/>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dirty="0">
              <a:solidFill>
                <a:schemeClr val="bg1"/>
              </a:solidFill>
              <a:latin typeface="Aptos" panose="020B0004020202020204" pitchFamily="34" charset="0"/>
            </a:endParaRPr>
          </a:p>
        </p:txBody>
      </p:sp>
    </p:spTree>
    <p:extLst>
      <p:ext uri="{BB962C8B-B14F-4D97-AF65-F5344CB8AC3E}">
        <p14:creationId xmlns:p14="http://schemas.microsoft.com/office/powerpoint/2010/main" val="277794727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Slide with table</a:t>
            </a:r>
            <a:endParaRPr lang="en-GB" dirty="0"/>
          </a:p>
        </p:txBody>
      </p:sp>
      <p:sp>
        <p:nvSpPr>
          <p:cNvPr id="2" name="Content Placeholder 1">
            <a:extLst>
              <a:ext uri="{FF2B5EF4-FFF2-40B4-BE49-F238E27FC236}">
                <a16:creationId xmlns:a16="http://schemas.microsoft.com/office/drawing/2014/main" id="{01200DAC-9EB0-C1C9-8F63-3F1D35DA7AB1}"/>
              </a:ext>
            </a:extLst>
          </p:cNvPr>
          <p:cNvSpPr>
            <a:spLocks noGrp="1"/>
          </p:cNvSpPr>
          <p:nvPr>
            <p:ph idx="1"/>
          </p:nvPr>
        </p:nvSpPr>
        <p:spPr/>
        <p:txBody>
          <a:bodyPr/>
          <a:lstStyle/>
          <a:p>
            <a:r>
              <a:rPr lang="en-US" dirty="0"/>
              <a:t>Table title</a:t>
            </a:r>
          </a:p>
        </p:txBody>
      </p:sp>
      <p:graphicFrame>
        <p:nvGraphicFramePr>
          <p:cNvPr id="4" name="Table 3">
            <a:extLst>
              <a:ext uri="{FF2B5EF4-FFF2-40B4-BE49-F238E27FC236}">
                <a16:creationId xmlns:a16="http://schemas.microsoft.com/office/drawing/2014/main" id="{8D2ABEBB-2DED-0692-2397-02529D153BCE}"/>
              </a:ext>
            </a:extLst>
          </p:cNvPr>
          <p:cNvGraphicFramePr>
            <a:graphicFrameLocks noGrp="1"/>
          </p:cNvGraphicFramePr>
          <p:nvPr>
            <p:extLst>
              <p:ext uri="{D42A27DB-BD31-4B8C-83A1-F6EECF244321}">
                <p14:modId xmlns:p14="http://schemas.microsoft.com/office/powerpoint/2010/main" val="1629786251"/>
              </p:ext>
            </p:extLst>
          </p:nvPr>
        </p:nvGraphicFramePr>
        <p:xfrm>
          <a:off x="457200" y="2074451"/>
          <a:ext cx="10433304" cy="3269894"/>
        </p:xfrm>
        <a:graphic>
          <a:graphicData uri="http://schemas.openxmlformats.org/drawingml/2006/table">
            <a:tbl>
              <a:tblPr firstRow="1" bandRow="1">
                <a:tableStyleId>{5C22544A-7EE6-4342-B048-85BDC9FD1C3A}</a:tableStyleId>
              </a:tblPr>
              <a:tblGrid>
                <a:gridCol w="2721730">
                  <a:extLst>
                    <a:ext uri="{9D8B030D-6E8A-4147-A177-3AD203B41FA5}">
                      <a16:colId xmlns:a16="http://schemas.microsoft.com/office/drawing/2014/main" val="20000"/>
                    </a:ext>
                  </a:extLst>
                </a:gridCol>
                <a:gridCol w="7711574">
                  <a:extLst>
                    <a:ext uri="{9D8B030D-6E8A-4147-A177-3AD203B41FA5}">
                      <a16:colId xmlns:a16="http://schemas.microsoft.com/office/drawing/2014/main" val="20001"/>
                    </a:ext>
                  </a:extLst>
                </a:gridCol>
              </a:tblGrid>
              <a:tr h="430882">
                <a:tc>
                  <a:txBody>
                    <a:bodyPr/>
                    <a:lstStyle/>
                    <a:p>
                      <a:pPr marL="0" indent="0">
                        <a:lnSpc>
                          <a:spcPct val="110000"/>
                        </a:lnSpc>
                        <a:buFont typeface="Arial" panose="020B0604020202020204" pitchFamily="34" charset="0"/>
                        <a:buNone/>
                      </a:pPr>
                      <a:r>
                        <a:rPr lang="en-US" sz="1200" b="1" dirty="0">
                          <a:solidFill>
                            <a:srgbClr val="26890D"/>
                          </a:solidFill>
                          <a:latin typeface="Aptos" panose="020B0004020202020204" pitchFamily="34" charset="0"/>
                        </a:rPr>
                        <a:t>Column heading</a:t>
                      </a:r>
                    </a:p>
                  </a:txBody>
                  <a:tcPr marL="68580" marR="68580" marT="68580" marB="68580" anchor="ctr">
                    <a:lnL w="571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1200" b="1" dirty="0">
                          <a:solidFill>
                            <a:srgbClr val="26890D"/>
                          </a:solidFill>
                          <a:latin typeface="Aptos" panose="020B0004020202020204" pitchFamily="34" charset="0"/>
                        </a:rPr>
                        <a:t>Column heading</a:t>
                      </a:r>
                    </a:p>
                  </a:txBody>
                  <a:tcPr marL="68580" marR="68580" marT="68580" marB="68580" anchor="ctr">
                    <a:lnL w="635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09753">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563" lvl="1" indent="-182563" algn="l">
                        <a:lnSpc>
                          <a:spcPct val="100000"/>
                        </a:lnSpc>
                        <a:spcBef>
                          <a:spcPts val="300"/>
                        </a:spcBef>
                        <a:spcAft>
                          <a:spcPts val="0"/>
                        </a:spcAft>
                        <a:buClrTx/>
                        <a:buSzPct val="100000"/>
                        <a:buFont typeface="Arial"/>
                        <a:buChar char="•"/>
                      </a:pPr>
                      <a:r>
                        <a:rPr lang="en-US" sz="1200" b="0" dirty="0">
                          <a:solidFill>
                            <a:schemeClr val="tx1"/>
                          </a:solidFill>
                          <a:latin typeface="Aptos" panose="020B0004020202020204" pitchFamily="34" charset="0"/>
                        </a:rPr>
                        <a:t>This is dummy text it is not here to be read this is dummy text</a:t>
                      </a:r>
                    </a:p>
                    <a:p>
                      <a:pPr marL="182563" marR="0" lvl="1" indent="-182563" algn="l" defTabSz="914400" rtl="0" eaLnBrk="1" fontAlgn="auto" latinLnBrk="0" hangingPunct="1">
                        <a:lnSpc>
                          <a:spcPct val="100000"/>
                        </a:lnSpc>
                        <a:spcBef>
                          <a:spcPts val="300"/>
                        </a:spcBef>
                        <a:spcAft>
                          <a:spcPts val="0"/>
                        </a:spcAft>
                        <a:buClrTx/>
                        <a:buSzPct val="100000"/>
                        <a:buFont typeface="Arial"/>
                        <a:buChar char="•"/>
                        <a:tabLst/>
                        <a:defRPr/>
                      </a:pPr>
                      <a:r>
                        <a:rPr lang="en-US" sz="1200" b="0" dirty="0">
                          <a:solidFill>
                            <a:schemeClr val="tx1"/>
                          </a:solidFill>
                          <a:latin typeface="Aptos" panose="020B0004020202020204" pitchFamily="34" charset="0"/>
                        </a:rPr>
                        <a:t>This is dummy text it is not here to be read this is dummy text</a:t>
                      </a: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09753">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563" lvl="1" indent="-182563" algn="l" defTabSz="914400" rtl="0" eaLnBrk="1" latinLnBrk="0" hangingPunct="1">
                        <a:lnSpc>
                          <a:spcPct val="100000"/>
                        </a:lnSpc>
                        <a:spcBef>
                          <a:spcPts val="300"/>
                        </a:spcBef>
                        <a:spcAft>
                          <a:spcPts val="0"/>
                        </a:spcAft>
                        <a:buClrTx/>
                        <a:buSzPct val="100000"/>
                        <a:buFont typeface="Arial"/>
                        <a:buChar char="•"/>
                      </a:pPr>
                      <a:r>
                        <a:rPr lang="en-US" sz="1200" b="0" kern="1200" dirty="0">
                          <a:solidFill>
                            <a:schemeClr val="tx1"/>
                          </a:solidFill>
                          <a:latin typeface="Aptos" panose="020B0004020202020204" pitchFamily="34" charset="0"/>
                          <a:ea typeface="+mn-ea"/>
                          <a:cs typeface="+mn-cs"/>
                        </a:rPr>
                        <a:t>This is dummy text it is not here to be read this is dummy text</a:t>
                      </a:r>
                    </a:p>
                    <a:p>
                      <a:pPr marL="182563" marR="0" lvl="1" indent="-182563" algn="l" defTabSz="914400" rtl="0" eaLnBrk="1" fontAlgn="auto" latinLnBrk="0" hangingPunct="1">
                        <a:lnSpc>
                          <a:spcPct val="100000"/>
                        </a:lnSpc>
                        <a:spcBef>
                          <a:spcPts val="300"/>
                        </a:spcBef>
                        <a:spcAft>
                          <a:spcPts val="0"/>
                        </a:spcAft>
                        <a:buClrTx/>
                        <a:buSzPct val="100000"/>
                        <a:buFont typeface="Arial"/>
                        <a:buChar char="•"/>
                        <a:tabLst/>
                        <a:defRPr/>
                      </a:pPr>
                      <a:r>
                        <a:rPr lang="en-US" sz="1200" b="0" kern="1200" dirty="0">
                          <a:solidFill>
                            <a:schemeClr val="tx1"/>
                          </a:solidFill>
                          <a:latin typeface="Aptos" panose="020B0004020202020204" pitchFamily="34" charset="0"/>
                          <a:ea typeface="+mn-ea"/>
                          <a:cs typeface="+mn-cs"/>
                        </a:rPr>
                        <a:t>This is dummy text it is not here to be read this is dummy text</a:t>
                      </a: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09753">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563" lvl="1" indent="-182563" algn="l" defTabSz="914400" rtl="0" eaLnBrk="1" latinLnBrk="0" hangingPunct="1">
                        <a:lnSpc>
                          <a:spcPct val="100000"/>
                        </a:lnSpc>
                        <a:spcBef>
                          <a:spcPts val="300"/>
                        </a:spcBef>
                        <a:spcAft>
                          <a:spcPts val="0"/>
                        </a:spcAft>
                        <a:buClrTx/>
                        <a:buSzPct val="100000"/>
                        <a:buFont typeface="Arial"/>
                        <a:buChar char="•"/>
                      </a:pPr>
                      <a:r>
                        <a:rPr lang="en-US" sz="1200" b="0" kern="1200" dirty="0">
                          <a:solidFill>
                            <a:schemeClr val="tx1"/>
                          </a:solidFill>
                          <a:latin typeface="Aptos" panose="020B0004020202020204" pitchFamily="34" charset="0"/>
                          <a:ea typeface="+mn-ea"/>
                          <a:cs typeface="+mn-cs"/>
                        </a:rPr>
                        <a:t>This is dummy text it is not here to be read this is dummy text</a:t>
                      </a:r>
                    </a:p>
                    <a:p>
                      <a:pPr marL="182563" marR="0" lvl="1" indent="-182563" algn="l" defTabSz="914400" rtl="0" eaLnBrk="1" fontAlgn="auto" latinLnBrk="0" hangingPunct="1">
                        <a:lnSpc>
                          <a:spcPct val="100000"/>
                        </a:lnSpc>
                        <a:spcBef>
                          <a:spcPts val="300"/>
                        </a:spcBef>
                        <a:spcAft>
                          <a:spcPts val="0"/>
                        </a:spcAft>
                        <a:buClrTx/>
                        <a:buSzPct val="100000"/>
                        <a:buFont typeface="Arial"/>
                        <a:buChar char="•"/>
                        <a:tabLst/>
                        <a:defRPr/>
                      </a:pPr>
                      <a:r>
                        <a:rPr lang="en-US" sz="1200" b="0" kern="1200" dirty="0">
                          <a:solidFill>
                            <a:schemeClr val="tx1"/>
                          </a:solidFill>
                          <a:latin typeface="Aptos" panose="020B0004020202020204" pitchFamily="34" charset="0"/>
                          <a:ea typeface="+mn-ea"/>
                          <a:cs typeface="+mn-cs"/>
                        </a:rPr>
                        <a:t>This is dummy text it is not here to be read this is dummy text</a:t>
                      </a: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09753">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82563" lvl="1" indent="-182563" algn="l" defTabSz="914400" rtl="0" eaLnBrk="1" latinLnBrk="0" hangingPunct="1">
                        <a:lnSpc>
                          <a:spcPct val="100000"/>
                        </a:lnSpc>
                        <a:spcBef>
                          <a:spcPts val="300"/>
                        </a:spcBef>
                        <a:spcAft>
                          <a:spcPts val="0"/>
                        </a:spcAft>
                        <a:buClrTx/>
                        <a:buSzPct val="100000"/>
                        <a:buFont typeface="Arial"/>
                        <a:buChar char="•"/>
                      </a:pPr>
                      <a:r>
                        <a:rPr lang="en-US" sz="1200" b="0" kern="1200" dirty="0">
                          <a:solidFill>
                            <a:schemeClr val="tx1"/>
                          </a:solidFill>
                          <a:latin typeface="Aptos" panose="020B0004020202020204" pitchFamily="34" charset="0"/>
                          <a:ea typeface="+mn-ea"/>
                          <a:cs typeface="+mn-cs"/>
                        </a:rPr>
                        <a:t>This is dummy text it is not here to be read this is dummy text</a:t>
                      </a:r>
                    </a:p>
                    <a:p>
                      <a:pPr marL="182563" marR="0" lvl="1" indent="-182563" algn="l" defTabSz="914400" rtl="0" eaLnBrk="1" fontAlgn="auto" latinLnBrk="0" hangingPunct="1">
                        <a:lnSpc>
                          <a:spcPct val="100000"/>
                        </a:lnSpc>
                        <a:spcBef>
                          <a:spcPts val="300"/>
                        </a:spcBef>
                        <a:spcAft>
                          <a:spcPts val="0"/>
                        </a:spcAft>
                        <a:buClrTx/>
                        <a:buSzPct val="100000"/>
                        <a:buFont typeface="Arial"/>
                        <a:buChar char="•"/>
                        <a:tabLst/>
                        <a:defRPr/>
                      </a:pPr>
                      <a:r>
                        <a:rPr lang="en-US" sz="1200" b="0" kern="1200" dirty="0">
                          <a:solidFill>
                            <a:schemeClr val="tx1"/>
                          </a:solidFill>
                          <a:latin typeface="Aptos" panose="020B0004020202020204" pitchFamily="34" charset="0"/>
                          <a:ea typeface="+mn-ea"/>
                          <a:cs typeface="+mn-cs"/>
                        </a:rPr>
                        <a:t>This is dummy text it is not here to be read this is dummy text</a:t>
                      </a:r>
                    </a:p>
                  </a:txBody>
                  <a:tcPr marL="68580" marR="68580" marT="68580" marB="68580">
                    <a:lnL w="57150" cap="flat" cmpd="sng" algn="ctr">
                      <a:noFill/>
                      <a:prstDash val="solid"/>
                      <a:round/>
                      <a:headEnd type="none" w="med" len="med"/>
                      <a:tailEnd type="none" w="med" len="med"/>
                    </a:lnL>
                    <a:lnR w="571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04680192"/>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1A8D5-5043-379C-80DF-5FA7296427D5}"/>
              </a:ext>
            </a:extLst>
          </p:cNvPr>
          <p:cNvSpPr>
            <a:spLocks noGrp="1"/>
          </p:cNvSpPr>
          <p:nvPr>
            <p:ph type="body" sz="quarter" idx="13"/>
          </p:nvPr>
        </p:nvSpPr>
        <p:spPr/>
        <p:txBody>
          <a:bodyPr/>
          <a:lstStyle/>
          <a:p>
            <a:r>
              <a:rPr lang="en-US" noProof="0" dirty="0"/>
              <a:t>Page subtitle</a:t>
            </a:r>
          </a:p>
          <a:p>
            <a:endParaRPr lang="en-GB" dirty="0"/>
          </a:p>
        </p:txBody>
      </p:sp>
      <p:sp>
        <p:nvSpPr>
          <p:cNvPr id="12" name="Title 11">
            <a:extLst>
              <a:ext uri="{FF2B5EF4-FFF2-40B4-BE49-F238E27FC236}">
                <a16:creationId xmlns:a16="http://schemas.microsoft.com/office/drawing/2014/main" id="{F1008BAB-7BC6-652F-4556-1DCD869F5A9E}"/>
              </a:ext>
            </a:extLst>
          </p:cNvPr>
          <p:cNvSpPr>
            <a:spLocks noGrp="1"/>
          </p:cNvSpPr>
          <p:nvPr>
            <p:ph type="title"/>
          </p:nvPr>
        </p:nvSpPr>
        <p:spPr/>
        <p:txBody>
          <a:bodyPr/>
          <a:lstStyle/>
          <a:p>
            <a:r>
              <a:rPr lang="en-US" noProof="0" dirty="0"/>
              <a:t>Data table</a:t>
            </a:r>
            <a:endParaRPr lang="en-GB" dirty="0"/>
          </a:p>
        </p:txBody>
      </p:sp>
      <p:sp>
        <p:nvSpPr>
          <p:cNvPr id="4" name="Content Placeholder 3">
            <a:extLst>
              <a:ext uri="{FF2B5EF4-FFF2-40B4-BE49-F238E27FC236}">
                <a16:creationId xmlns:a16="http://schemas.microsoft.com/office/drawing/2014/main" id="{FB490443-1CAB-2FB3-A981-998F40C1B296}"/>
              </a:ext>
            </a:extLst>
          </p:cNvPr>
          <p:cNvSpPr>
            <a:spLocks noGrp="1"/>
          </p:cNvSpPr>
          <p:nvPr>
            <p:ph idx="1"/>
          </p:nvPr>
        </p:nvSpPr>
        <p:spPr/>
        <p:txBody>
          <a:bodyPr/>
          <a:lstStyle/>
          <a:p>
            <a:r>
              <a:rPr lang="en-US" dirty="0"/>
              <a:t>Table title</a:t>
            </a:r>
          </a:p>
        </p:txBody>
      </p:sp>
      <p:graphicFrame>
        <p:nvGraphicFramePr>
          <p:cNvPr id="2" name="Group 3">
            <a:extLst>
              <a:ext uri="{FF2B5EF4-FFF2-40B4-BE49-F238E27FC236}">
                <a16:creationId xmlns:a16="http://schemas.microsoft.com/office/drawing/2014/main" id="{108CC650-EB4B-68EC-A985-1BD9179ED9B8}"/>
              </a:ext>
            </a:extLst>
          </p:cNvPr>
          <p:cNvGraphicFramePr>
            <a:graphicFrameLocks noGrp="1"/>
          </p:cNvGraphicFramePr>
          <p:nvPr>
            <p:extLst>
              <p:ext uri="{D42A27DB-BD31-4B8C-83A1-F6EECF244321}">
                <p14:modId xmlns:p14="http://schemas.microsoft.com/office/powerpoint/2010/main" val="45548126"/>
              </p:ext>
            </p:extLst>
          </p:nvPr>
        </p:nvGraphicFramePr>
        <p:xfrm>
          <a:off x="1057339" y="2074451"/>
          <a:ext cx="9211058" cy="3269894"/>
        </p:xfrm>
        <a:graphic>
          <a:graphicData uri="http://schemas.openxmlformats.org/drawingml/2006/table">
            <a:tbl>
              <a:tblPr/>
              <a:tblGrid>
                <a:gridCol w="2416762">
                  <a:extLst>
                    <a:ext uri="{9D8B030D-6E8A-4147-A177-3AD203B41FA5}">
                      <a16:colId xmlns:a16="http://schemas.microsoft.com/office/drawing/2014/main" val="20000"/>
                    </a:ext>
                  </a:extLst>
                </a:gridCol>
                <a:gridCol w="1698574">
                  <a:extLst>
                    <a:ext uri="{9D8B030D-6E8A-4147-A177-3AD203B41FA5}">
                      <a16:colId xmlns:a16="http://schemas.microsoft.com/office/drawing/2014/main" val="20001"/>
                    </a:ext>
                  </a:extLst>
                </a:gridCol>
                <a:gridCol w="1698574">
                  <a:extLst>
                    <a:ext uri="{9D8B030D-6E8A-4147-A177-3AD203B41FA5}">
                      <a16:colId xmlns:a16="http://schemas.microsoft.com/office/drawing/2014/main" val="20002"/>
                    </a:ext>
                  </a:extLst>
                </a:gridCol>
                <a:gridCol w="1698574">
                  <a:extLst>
                    <a:ext uri="{9D8B030D-6E8A-4147-A177-3AD203B41FA5}">
                      <a16:colId xmlns:a16="http://schemas.microsoft.com/office/drawing/2014/main" val="20003"/>
                    </a:ext>
                  </a:extLst>
                </a:gridCol>
                <a:gridCol w="1698574">
                  <a:extLst>
                    <a:ext uri="{9D8B030D-6E8A-4147-A177-3AD203B41FA5}">
                      <a16:colId xmlns:a16="http://schemas.microsoft.com/office/drawing/2014/main" val="20004"/>
                    </a:ext>
                  </a:extLst>
                </a:gridCol>
              </a:tblGrid>
              <a:tr h="429252">
                <a:tc>
                  <a:txBody>
                    <a:bodyPr/>
                    <a:lstStyle/>
                    <a:p>
                      <a:pPr marL="0" marR="0" lvl="0" indent="0" algn="l" defTabSz="684213" rtl="0" eaLnBrk="0" fontAlgn="base" latinLnBrk="0" hangingPunct="0">
                        <a:lnSpc>
                          <a:spcPct val="100000"/>
                        </a:lnSpc>
                        <a:spcBef>
                          <a:spcPts val="0"/>
                        </a:spcBef>
                        <a:spcAft>
                          <a:spcPct val="0"/>
                        </a:spcAft>
                        <a:buClrTx/>
                        <a:buSzPct val="25000"/>
                        <a:buFont typeface="Wingdings" pitchFamily="2" charset="2"/>
                        <a:buNone/>
                        <a:tabLst/>
                        <a:defRPr/>
                      </a:pPr>
                      <a:endParaRPr lang="en-US" sz="1200" b="0" dirty="0">
                        <a:solidFill>
                          <a:srgbClr val="26890D"/>
                        </a:solidFill>
                        <a:latin typeface="Aptos" panose="020B0004020202020204" pitchFamily="34" charset="0"/>
                      </a:endParaRPr>
                    </a:p>
                  </a:txBody>
                  <a:tcPr marL="68580" marR="68580" marT="68580" marB="68580" anchor="ctr" horzOverflow="overflow">
                    <a:lnL w="12700" cmpd="sng">
                      <a:noFill/>
                      <a:prstDash val="solid"/>
                    </a:lnL>
                    <a:lnR w="6350" cap="flat" cmpd="sng" algn="ctr">
                      <a:noFill/>
                      <a:prstDash val="solid"/>
                      <a:round/>
                      <a:headEnd type="none" w="med" len="med"/>
                      <a:tailEnd type="none" w="med" len="me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4213" rtl="0" eaLnBrk="0" fontAlgn="base" latinLnBrk="0" hangingPunct="0">
                        <a:lnSpc>
                          <a:spcPct val="100000"/>
                        </a:lnSpc>
                        <a:spcBef>
                          <a:spcPts val="400"/>
                        </a:spcBef>
                        <a:spcAft>
                          <a:spcPct val="0"/>
                        </a:spcAft>
                        <a:buClrTx/>
                        <a:buSzPct val="100000"/>
                        <a:buFont typeface="Arial" panose="020B0604020202020204" pitchFamily="34" charset="0"/>
                        <a:buNone/>
                        <a:tabLst/>
                      </a:pPr>
                      <a:r>
                        <a:rPr kumimoji="0" lang="en-US" sz="1200" b="1" u="none" strike="noStrike" cap="none" normalizeH="0" baseline="0" dirty="0">
                          <a:ln>
                            <a:noFill/>
                          </a:ln>
                          <a:solidFill>
                            <a:srgbClr val="26890D"/>
                          </a:solidFill>
                          <a:effectLst/>
                          <a:latin typeface="Aptos" panose="020B0004020202020204" pitchFamily="34" charset="0"/>
                        </a:rPr>
                        <a:t>Column header</a:t>
                      </a:r>
                      <a:endParaRPr kumimoji="0" lang="en-US" sz="1200" b="1" i="0" u="none" strike="noStrike" cap="none" normalizeH="0" baseline="0" dirty="0">
                        <a:ln>
                          <a:noFill/>
                        </a:ln>
                        <a:solidFill>
                          <a:srgbClr val="26890D"/>
                        </a:solidFill>
                        <a:effectLst/>
                        <a:latin typeface="Aptos" panose="020B0004020202020204" pitchFamily="34" charset="0"/>
                      </a:endParaRPr>
                    </a:p>
                  </a:txBody>
                  <a:tcPr marL="68580" marR="68580" marT="68580" marB="68580" anchor="ctr" horzOverflow="overflow">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4213" rtl="0" eaLnBrk="0" fontAlgn="base" latinLnBrk="0" hangingPunct="0">
                        <a:lnSpc>
                          <a:spcPct val="100000"/>
                        </a:lnSpc>
                        <a:spcBef>
                          <a:spcPts val="400"/>
                        </a:spcBef>
                        <a:spcAft>
                          <a:spcPct val="0"/>
                        </a:spcAft>
                        <a:buClrTx/>
                        <a:buSzPct val="100000"/>
                        <a:buFont typeface="Arial" panose="020B0604020202020204" pitchFamily="34" charset="0"/>
                        <a:buNone/>
                        <a:tabLst/>
                      </a:pPr>
                      <a:r>
                        <a:rPr kumimoji="0" lang="en-US" sz="1200" b="1" u="none" strike="noStrike" cap="none" normalizeH="0" baseline="0" dirty="0">
                          <a:ln>
                            <a:noFill/>
                          </a:ln>
                          <a:solidFill>
                            <a:srgbClr val="26890D"/>
                          </a:solidFill>
                          <a:effectLst/>
                          <a:latin typeface="Aptos" panose="020B0004020202020204" pitchFamily="34" charset="0"/>
                        </a:rPr>
                        <a:t>Column header</a:t>
                      </a:r>
                      <a:endParaRPr kumimoji="0" lang="en-US" sz="1200" b="1" i="0" u="none" strike="noStrike" cap="none" normalizeH="0" baseline="0" dirty="0">
                        <a:ln>
                          <a:noFill/>
                        </a:ln>
                        <a:solidFill>
                          <a:srgbClr val="26890D"/>
                        </a:solidFill>
                        <a:effectLst/>
                        <a:latin typeface="Aptos" panose="020B0004020202020204" pitchFamily="34" charset="0"/>
                      </a:endParaRPr>
                    </a:p>
                  </a:txBody>
                  <a:tcPr marL="68580" marR="68580" marT="68580" marB="6858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4213" rtl="0" eaLnBrk="0" fontAlgn="base" latinLnBrk="0" hangingPunct="0">
                        <a:lnSpc>
                          <a:spcPct val="100000"/>
                        </a:lnSpc>
                        <a:spcBef>
                          <a:spcPts val="400"/>
                        </a:spcBef>
                        <a:spcAft>
                          <a:spcPct val="0"/>
                        </a:spcAft>
                        <a:buClrTx/>
                        <a:buSzPct val="100000"/>
                        <a:buFont typeface="Arial" panose="020B0604020202020204" pitchFamily="34" charset="0"/>
                        <a:buNone/>
                        <a:tabLst/>
                      </a:pPr>
                      <a:r>
                        <a:rPr kumimoji="0" lang="en-US" sz="1200" b="1" u="none" strike="noStrike" cap="none" normalizeH="0" baseline="0" dirty="0">
                          <a:ln>
                            <a:noFill/>
                          </a:ln>
                          <a:solidFill>
                            <a:srgbClr val="26890D"/>
                          </a:solidFill>
                          <a:effectLst/>
                          <a:latin typeface="Aptos" panose="020B0004020202020204" pitchFamily="34" charset="0"/>
                        </a:rPr>
                        <a:t>Column header</a:t>
                      </a:r>
                      <a:endParaRPr kumimoji="0" lang="en-US" sz="1200" b="1" i="0" u="none" strike="noStrike" cap="none" normalizeH="0" baseline="0" dirty="0">
                        <a:ln>
                          <a:noFill/>
                        </a:ln>
                        <a:solidFill>
                          <a:srgbClr val="26890D"/>
                        </a:solidFill>
                        <a:effectLst/>
                        <a:latin typeface="Aptos" panose="020B0004020202020204" pitchFamily="34" charset="0"/>
                      </a:endParaRPr>
                    </a:p>
                  </a:txBody>
                  <a:tcPr marL="68580" marR="68580" marT="68580" marB="68580" anchor="ctr" horzOverflow="overflow">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4213" rtl="0" eaLnBrk="0" fontAlgn="base" latinLnBrk="0" hangingPunct="0">
                        <a:lnSpc>
                          <a:spcPct val="100000"/>
                        </a:lnSpc>
                        <a:spcBef>
                          <a:spcPts val="400"/>
                        </a:spcBef>
                        <a:spcAft>
                          <a:spcPct val="0"/>
                        </a:spcAft>
                        <a:buClrTx/>
                        <a:buSzPct val="100000"/>
                        <a:buFont typeface="Arial" panose="020B0604020202020204" pitchFamily="34" charset="0"/>
                        <a:buNone/>
                        <a:tabLst/>
                      </a:pPr>
                      <a:r>
                        <a:rPr kumimoji="0" lang="en-US" sz="1200" b="1" u="none" strike="noStrike" cap="none" normalizeH="0" baseline="0" dirty="0">
                          <a:ln>
                            <a:noFill/>
                          </a:ln>
                          <a:solidFill>
                            <a:srgbClr val="26890D"/>
                          </a:solidFill>
                          <a:effectLst/>
                          <a:latin typeface="Aptos" panose="020B0004020202020204" pitchFamily="34" charset="0"/>
                        </a:rPr>
                        <a:t>Column header</a:t>
                      </a:r>
                      <a:endParaRPr kumimoji="0" lang="en-US" sz="1200" b="1" i="0" u="none" strike="noStrike" cap="none" normalizeH="0" baseline="0" dirty="0">
                        <a:ln>
                          <a:noFill/>
                        </a:ln>
                        <a:solidFill>
                          <a:srgbClr val="26890D"/>
                        </a:solidFill>
                        <a:effectLst/>
                        <a:latin typeface="Aptos" panose="020B0004020202020204" pitchFamily="34" charset="0"/>
                      </a:endParaRPr>
                    </a:p>
                  </a:txBody>
                  <a:tcPr marL="68580" marR="68580" marT="68580" marB="68580" anchor="ctr" horzOverflow="overflow">
                    <a:lnL w="6350" cap="flat" cmpd="sng" algn="ctr">
                      <a:solidFill>
                        <a:schemeClr val="bg1"/>
                      </a:solidFill>
                      <a:prstDash val="solid"/>
                      <a:round/>
                      <a:headEnd type="none" w="med" len="med"/>
                      <a:tailEnd type="none" w="med" len="med"/>
                    </a:lnL>
                    <a:lnR w="12700" cmpd="sng">
                      <a:solidFill>
                        <a:srgbClr val="FFFFFF"/>
                      </a:solidFill>
                      <a:prstDash val="solid"/>
                    </a:lnR>
                    <a:lnT w="28575" cap="flat" cmpd="sng" algn="ctr">
                      <a:solidFill>
                        <a:srgbClr val="26890D"/>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05806">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05806">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05806">
                <a:tc>
                  <a:txBody>
                    <a:bodyPr/>
                    <a:lstStyle/>
                    <a:p>
                      <a:pPr marL="0" marR="0" lvl="0" indent="0" algn="l"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cap="none" normalizeH="0" baseline="0" dirty="0">
                          <a:ln>
                            <a:noFill/>
                          </a:ln>
                          <a:solidFill>
                            <a:schemeClr val="tx1"/>
                          </a:solidFill>
                          <a:effectLst/>
                          <a:latin typeface="Aptos" panose="020B0004020202020204" pitchFamily="34" charset="0"/>
                        </a:rPr>
                        <a:t>Subtotal</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05806">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05806">
                <a:tc>
                  <a:txBody>
                    <a:bodyPr/>
                    <a:lstStyle/>
                    <a:p>
                      <a:pPr marL="0" indent="0" algn="l">
                        <a:lnSpc>
                          <a:spcPct val="110000"/>
                        </a:lnSpc>
                        <a:spcBef>
                          <a:spcPts val="300"/>
                        </a:spcBef>
                        <a:spcAft>
                          <a:spcPts val="600"/>
                        </a:spcAft>
                        <a:buFont typeface="Arial" panose="020B0604020202020204" pitchFamily="34" charset="0"/>
                        <a:buNone/>
                      </a:pPr>
                      <a:r>
                        <a:rPr lang="en-US" sz="1200" b="0" dirty="0">
                          <a:solidFill>
                            <a:schemeClr val="tx1"/>
                          </a:solidFill>
                          <a:latin typeface="Aptos" panose="020B0004020202020204" pitchFamily="34" charset="0"/>
                        </a:rPr>
                        <a:t>Row</a:t>
                      </a:r>
                      <a:r>
                        <a:rPr lang="en-US" sz="1200" b="0" baseline="0" dirty="0">
                          <a:solidFill>
                            <a:schemeClr val="tx1"/>
                          </a:solidFill>
                          <a:latin typeface="Aptos" panose="020B0004020202020204" pitchFamily="34" charset="0"/>
                        </a:rPr>
                        <a:t> title</a:t>
                      </a:r>
                      <a:endParaRPr lang="en-US" sz="1200" b="0" dirty="0">
                        <a:solidFill>
                          <a:schemeClr val="tx1"/>
                        </a:solidFill>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405806">
                <a:tc>
                  <a:txBody>
                    <a:bodyPr/>
                    <a:lstStyle/>
                    <a:p>
                      <a:pPr marL="0" marR="0" lvl="0" indent="0" algn="l"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cap="none" normalizeH="0" baseline="0" dirty="0">
                          <a:ln>
                            <a:noFill/>
                          </a:ln>
                          <a:solidFill>
                            <a:schemeClr val="tx1"/>
                          </a:solidFill>
                          <a:effectLst/>
                          <a:latin typeface="Aptos" panose="020B0004020202020204" pitchFamily="34" charset="0"/>
                        </a:rPr>
                        <a:t>Subtitle</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405806">
                <a:tc>
                  <a:txBody>
                    <a:bodyPr/>
                    <a:lstStyle/>
                    <a:p>
                      <a:pPr marL="0" marR="0" lvl="0" indent="0" algn="l"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cap="none" normalizeH="0" baseline="0" dirty="0">
                          <a:ln>
                            <a:noFill/>
                          </a:ln>
                          <a:solidFill>
                            <a:schemeClr val="tx1"/>
                          </a:solidFill>
                          <a:effectLst/>
                          <a:latin typeface="Aptos" panose="020B0004020202020204" pitchFamily="34" charset="0"/>
                        </a:rPr>
                        <a:t>Total</a:t>
                      </a:r>
                      <a:endParaRPr kumimoji="0" lang="en-US" sz="1200" b="0" i="0" u="none" strike="noStrike" cap="none" normalizeH="0" baseline="0" dirty="0">
                        <a:ln>
                          <a:noFill/>
                        </a:ln>
                        <a:solidFill>
                          <a:schemeClr val="tx1"/>
                        </a:solidFill>
                        <a:effectLst/>
                        <a:latin typeface="Aptos" panose="020B0004020202020204" pitchFamily="34" charset="0"/>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4213" rtl="0" eaLnBrk="0" fontAlgn="base" latinLnBrk="0" hangingPunct="0">
                        <a:lnSpc>
                          <a:spcPct val="100000"/>
                        </a:lnSpc>
                        <a:spcBef>
                          <a:spcPts val="300"/>
                        </a:spcBef>
                        <a:spcAft>
                          <a:spcPct val="0"/>
                        </a:spcAft>
                        <a:buClrTx/>
                        <a:buSzPct val="100000"/>
                        <a:buFont typeface="Arial" panose="020B0604020202020204" pitchFamily="34" charset="0"/>
                        <a:buNone/>
                        <a:tabLst/>
                      </a:pPr>
                      <a:r>
                        <a:rPr kumimoji="0" lang="en-US" sz="1200" b="0" u="none" strike="noStrike" kern="1200" cap="none" normalizeH="0" baseline="0" dirty="0">
                          <a:ln>
                            <a:noFill/>
                          </a:ln>
                          <a:solidFill>
                            <a:schemeClr val="tx1"/>
                          </a:solidFill>
                          <a:effectLst/>
                          <a:latin typeface="Aptos" panose="020B0004020202020204" pitchFamily="34" charset="0"/>
                        </a:rPr>
                        <a:t>xx</a:t>
                      </a:r>
                      <a:endParaRPr kumimoji="0" lang="en-US" sz="1200" b="0" i="0" u="none" strike="noStrike" kern="1200" cap="none" normalizeH="0" baseline="0" dirty="0">
                        <a:ln>
                          <a:noFill/>
                        </a:ln>
                        <a:solidFill>
                          <a:schemeClr val="tx1"/>
                        </a:solidFill>
                        <a:effectLst/>
                        <a:latin typeface="Aptos" panose="020B0004020202020204" pitchFamily="34" charset="0"/>
                        <a:ea typeface="+mn-ea"/>
                        <a:cs typeface="+mn-cs"/>
                      </a:endParaRPr>
                    </a:p>
                  </a:txBody>
                  <a:tcPr marL="68580" marR="68580" marT="68580" marB="68580" anchor="ctr" horzOverflow="overflow">
                    <a:lnL w="12700" cmpd="sng">
                      <a:noFill/>
                      <a:prstDash val="solid"/>
                    </a:lnL>
                    <a:lnR w="12700" cmpd="sng">
                      <a:noFill/>
                      <a:prstDash val="solid"/>
                    </a:lnR>
                    <a:lnT w="3175" cap="flat" cmpd="sng" algn="ctr">
                      <a:solidFill>
                        <a:schemeClr val="tx2"/>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11630834"/>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US" noProof="0" dirty="0"/>
              <a:t>Page subtitle</a:t>
            </a:r>
          </a:p>
        </p:txBody>
      </p:sp>
      <p:sp>
        <p:nvSpPr>
          <p:cNvPr id="3" name="Title 2"/>
          <p:cNvSpPr>
            <a:spLocks noGrp="1"/>
          </p:cNvSpPr>
          <p:nvPr>
            <p:ph type="title"/>
          </p:nvPr>
        </p:nvSpPr>
        <p:spPr/>
        <p:txBody>
          <a:bodyPr/>
          <a:lstStyle/>
          <a:p>
            <a:r>
              <a:rPr lang="en-US" noProof="0"/>
              <a:t>Flow table</a:t>
            </a:r>
            <a:endParaRPr lang="en-US" noProof="0" dirty="0"/>
          </a:p>
        </p:txBody>
      </p:sp>
      <p:sp>
        <p:nvSpPr>
          <p:cNvPr id="13" name="Content Placeholder 12">
            <a:extLst>
              <a:ext uri="{FF2B5EF4-FFF2-40B4-BE49-F238E27FC236}">
                <a16:creationId xmlns:a16="http://schemas.microsoft.com/office/drawing/2014/main" id="{3262BED4-B38E-F27B-CCDF-9F90AB1A44A7}"/>
              </a:ext>
            </a:extLst>
          </p:cNvPr>
          <p:cNvSpPr>
            <a:spLocks noGrp="1"/>
          </p:cNvSpPr>
          <p:nvPr>
            <p:ph idx="1"/>
          </p:nvPr>
        </p:nvSpPr>
        <p:spPr/>
        <p:txBody>
          <a:bodyPr/>
          <a:lstStyle/>
          <a:p>
            <a:r>
              <a:rPr lang="en-US" dirty="0"/>
              <a:t>Table title</a:t>
            </a:r>
          </a:p>
        </p:txBody>
      </p:sp>
      <p:graphicFrame>
        <p:nvGraphicFramePr>
          <p:cNvPr id="14" name="Table 13"/>
          <p:cNvGraphicFramePr>
            <a:graphicFrameLocks noGrp="1"/>
          </p:cNvGraphicFramePr>
          <p:nvPr>
            <p:extLst>
              <p:ext uri="{D42A27DB-BD31-4B8C-83A1-F6EECF244321}">
                <p14:modId xmlns:p14="http://schemas.microsoft.com/office/powerpoint/2010/main" val="155881815"/>
              </p:ext>
            </p:extLst>
          </p:nvPr>
        </p:nvGraphicFramePr>
        <p:xfrm>
          <a:off x="427658" y="2689319"/>
          <a:ext cx="10468943" cy="2892335"/>
        </p:xfrm>
        <a:graphic>
          <a:graphicData uri="http://schemas.openxmlformats.org/drawingml/2006/table">
            <a:tbl>
              <a:tblPr>
                <a:tableStyleId>{5C22544A-7EE6-4342-B048-85BDC9FD1C3A}</a:tableStyleId>
              </a:tblPr>
              <a:tblGrid>
                <a:gridCol w="2027831">
                  <a:extLst>
                    <a:ext uri="{9D8B030D-6E8A-4147-A177-3AD203B41FA5}">
                      <a16:colId xmlns:a16="http://schemas.microsoft.com/office/drawing/2014/main" val="20000"/>
                    </a:ext>
                  </a:extLst>
                </a:gridCol>
                <a:gridCol w="2110278">
                  <a:extLst>
                    <a:ext uri="{9D8B030D-6E8A-4147-A177-3AD203B41FA5}">
                      <a16:colId xmlns:a16="http://schemas.microsoft.com/office/drawing/2014/main" val="20001"/>
                    </a:ext>
                  </a:extLst>
                </a:gridCol>
                <a:gridCol w="2110278">
                  <a:extLst>
                    <a:ext uri="{9D8B030D-6E8A-4147-A177-3AD203B41FA5}">
                      <a16:colId xmlns:a16="http://schemas.microsoft.com/office/drawing/2014/main" val="20002"/>
                    </a:ext>
                  </a:extLst>
                </a:gridCol>
                <a:gridCol w="2110278">
                  <a:extLst>
                    <a:ext uri="{9D8B030D-6E8A-4147-A177-3AD203B41FA5}">
                      <a16:colId xmlns:a16="http://schemas.microsoft.com/office/drawing/2014/main" val="20003"/>
                    </a:ext>
                  </a:extLst>
                </a:gridCol>
                <a:gridCol w="2110278">
                  <a:extLst>
                    <a:ext uri="{9D8B030D-6E8A-4147-A177-3AD203B41FA5}">
                      <a16:colId xmlns:a16="http://schemas.microsoft.com/office/drawing/2014/main" val="20004"/>
                    </a:ext>
                  </a:extLst>
                </a:gridCol>
              </a:tblGrid>
              <a:tr h="578467">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Activity #1</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T w="6350"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0"/>
                  </a:ext>
                </a:extLst>
              </a:tr>
              <a:tr h="57846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Activity #2</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1"/>
                  </a:ext>
                </a:extLst>
              </a:tr>
              <a:tr h="57846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Activity #3</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2"/>
                  </a:ext>
                </a:extLst>
              </a:tr>
              <a:tr h="57846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Activity #4</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3"/>
                  </a:ext>
                </a:extLst>
              </a:tr>
              <a:tr h="578467">
                <a:tc>
                  <a:txBody>
                    <a:bodyPr/>
                    <a:lstStyle/>
                    <a:p>
                      <a:pPr marL="0" indent="0">
                        <a:spcBef>
                          <a:spcPts val="300"/>
                        </a:spcBef>
                        <a:buFont typeface="Arial" panose="020B0604020202020204" pitchFamily="34" charset="0"/>
                        <a:buNone/>
                      </a:pPr>
                      <a:r>
                        <a:rPr lang="en-US" sz="1200" b="0" dirty="0">
                          <a:solidFill>
                            <a:schemeClr val="tx1"/>
                          </a:solidFill>
                          <a:latin typeface="Aptos" panose="020B0004020202020204" pitchFamily="34" charset="0"/>
                        </a:rPr>
                        <a:t>Activity #5</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accent6"/>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accent6"/>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accent6"/>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accent6"/>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b="0" dirty="0">
                          <a:solidFill>
                            <a:schemeClr val="tx1"/>
                          </a:solidFill>
                          <a:latin typeface="Aptos" panose="020B0004020202020204" pitchFamily="34" charset="0"/>
                        </a:rPr>
                        <a:t>Text here</a:t>
                      </a:r>
                    </a:p>
                  </a:txBody>
                  <a:tcPr marT="91440" marB="91440" anchor="ctr">
                    <a:lnL w="6350" cap="flat" cmpd="sng" algn="ctr">
                      <a:noFill/>
                      <a:prstDash val="solid"/>
                      <a:round/>
                      <a:headEnd type="none" w="med" len="med"/>
                      <a:tailEnd type="none" w="med" len="med"/>
                    </a:lnL>
                    <a:lnT w="3175" cap="flat" cmpd="sng" algn="ctr">
                      <a:solidFill>
                        <a:schemeClr val="tx2"/>
                      </a:solidFill>
                      <a:prstDash val="solid"/>
                      <a:round/>
                      <a:headEnd type="none" w="med" len="med"/>
                      <a:tailEnd type="none" w="med" len="med"/>
                    </a:lnT>
                    <a:lnB w="3175"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grpSp>
        <p:nvGrpSpPr>
          <p:cNvPr id="2" name="Group 1"/>
          <p:cNvGrpSpPr/>
          <p:nvPr/>
        </p:nvGrpSpPr>
        <p:grpSpPr>
          <a:xfrm>
            <a:off x="2622449" y="2243381"/>
            <a:ext cx="8296493" cy="445938"/>
            <a:chOff x="1954696" y="1965706"/>
            <a:chExt cx="6819162" cy="548640"/>
          </a:xfrm>
        </p:grpSpPr>
        <p:sp>
          <p:nvSpPr>
            <p:cNvPr id="16" name="Pentagon 15"/>
            <p:cNvSpPr/>
            <p:nvPr/>
          </p:nvSpPr>
          <p:spPr>
            <a:xfrm>
              <a:off x="1954696" y="1965706"/>
              <a:ext cx="1828800" cy="548640"/>
            </a:xfrm>
            <a:prstGeom prst="homePlate">
              <a:avLst/>
            </a:prstGeom>
            <a:solidFill>
              <a:srgbClr val="26890D"/>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latin typeface="Aptos" panose="020B0004020202020204" pitchFamily="34" charset="0"/>
                </a:rPr>
                <a:t>Name of phase</a:t>
              </a:r>
            </a:p>
          </p:txBody>
        </p:sp>
        <p:sp>
          <p:nvSpPr>
            <p:cNvPr id="18" name="Chevron 17"/>
            <p:cNvSpPr/>
            <p:nvPr/>
          </p:nvSpPr>
          <p:spPr>
            <a:xfrm>
              <a:off x="3618150" y="1965706"/>
              <a:ext cx="1828800" cy="548640"/>
            </a:xfrm>
            <a:prstGeom prst="chevron">
              <a:avLst/>
            </a:prstGeom>
            <a:solidFill>
              <a:schemeClr val="bg2">
                <a:lumMod val="9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tx1"/>
                  </a:solidFill>
                  <a:latin typeface="Aptos" panose="020B0004020202020204" pitchFamily="34" charset="0"/>
                </a:rPr>
                <a:t>Name of phase</a:t>
              </a:r>
            </a:p>
          </p:txBody>
        </p:sp>
        <p:sp>
          <p:nvSpPr>
            <p:cNvPr id="19" name="Chevron 18"/>
            <p:cNvSpPr/>
            <p:nvPr/>
          </p:nvSpPr>
          <p:spPr>
            <a:xfrm>
              <a:off x="5281604" y="1965706"/>
              <a:ext cx="1828800" cy="548640"/>
            </a:xfrm>
            <a:prstGeom prst="chevron">
              <a:avLst/>
            </a:prstGeom>
            <a:solidFill>
              <a:schemeClr val="bg2">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latin typeface="Aptos" panose="020B0004020202020204" pitchFamily="34" charset="0"/>
                </a:rPr>
                <a:t>Name of phase</a:t>
              </a:r>
            </a:p>
          </p:txBody>
        </p:sp>
        <p:sp>
          <p:nvSpPr>
            <p:cNvPr id="25" name="Chevron 24"/>
            <p:cNvSpPr/>
            <p:nvPr/>
          </p:nvSpPr>
          <p:spPr>
            <a:xfrm>
              <a:off x="6945058" y="1965706"/>
              <a:ext cx="1828800" cy="548640"/>
            </a:xfrm>
            <a:prstGeom prst="chevron">
              <a:avLst/>
            </a:prstGeom>
            <a:solidFill>
              <a:schemeClr val="bg2">
                <a:lumMod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latin typeface="Aptos" panose="020B0004020202020204" pitchFamily="34" charset="0"/>
                </a:rPr>
                <a:t>Name of phase</a:t>
              </a:r>
            </a:p>
          </p:txBody>
        </p:sp>
      </p:grpSp>
    </p:spTree>
    <p:extLst>
      <p:ext uri="{BB962C8B-B14F-4D97-AF65-F5344CB8AC3E}">
        <p14:creationId xmlns:p14="http://schemas.microsoft.com/office/powerpoint/2010/main" val="1587456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noProof="0" dirty="0"/>
              <a:t>Page subtitle</a:t>
            </a:r>
          </a:p>
        </p:txBody>
      </p:sp>
      <p:sp>
        <p:nvSpPr>
          <p:cNvPr id="3" name="Title 2"/>
          <p:cNvSpPr>
            <a:spLocks noGrp="1"/>
          </p:cNvSpPr>
          <p:nvPr>
            <p:ph type="title"/>
          </p:nvPr>
        </p:nvSpPr>
        <p:spPr/>
        <p:txBody>
          <a:bodyPr/>
          <a:lstStyle/>
          <a:p>
            <a:r>
              <a:rPr lang="en-US" noProof="0" dirty="0"/>
              <a:t>Project timeline</a:t>
            </a:r>
          </a:p>
        </p:txBody>
      </p:sp>
      <p:sp>
        <p:nvSpPr>
          <p:cNvPr id="2" name="Content Placeholder 1">
            <a:extLst>
              <a:ext uri="{FF2B5EF4-FFF2-40B4-BE49-F238E27FC236}">
                <a16:creationId xmlns:a16="http://schemas.microsoft.com/office/drawing/2014/main" id="{6C45EB75-A5E0-E801-1315-19975A6957A0}"/>
              </a:ext>
            </a:extLst>
          </p:cNvPr>
          <p:cNvSpPr>
            <a:spLocks noGrp="1"/>
          </p:cNvSpPr>
          <p:nvPr>
            <p:ph idx="1"/>
          </p:nvPr>
        </p:nvSpPr>
        <p:spPr/>
        <p:txBody>
          <a:bodyPr/>
          <a:lstStyle/>
          <a:p>
            <a:r>
              <a:rPr lang="en-US" dirty="0"/>
              <a:t>Table title</a:t>
            </a:r>
          </a:p>
          <a:p>
            <a:endParaRPr lang="en-US" dirty="0"/>
          </a:p>
        </p:txBody>
      </p:sp>
      <p:graphicFrame>
        <p:nvGraphicFramePr>
          <p:cNvPr id="37" name="Table 36"/>
          <p:cNvGraphicFramePr>
            <a:graphicFrameLocks noGrp="1"/>
          </p:cNvGraphicFramePr>
          <p:nvPr>
            <p:extLst>
              <p:ext uri="{D42A27DB-BD31-4B8C-83A1-F6EECF244321}">
                <p14:modId xmlns:p14="http://schemas.microsoft.com/office/powerpoint/2010/main" val="1667803266"/>
              </p:ext>
            </p:extLst>
          </p:nvPr>
        </p:nvGraphicFramePr>
        <p:xfrm>
          <a:off x="1066726" y="2140661"/>
          <a:ext cx="9214051" cy="3849185"/>
        </p:xfrm>
        <a:graphic>
          <a:graphicData uri="http://schemas.openxmlformats.org/drawingml/2006/table">
            <a:tbl>
              <a:tblPr firstRow="1" bandRow="1">
                <a:tableStyleId>{5C22544A-7EE6-4342-B048-85BDC9FD1C3A}</a:tableStyleId>
              </a:tblPr>
              <a:tblGrid>
                <a:gridCol w="2316811">
                  <a:extLst>
                    <a:ext uri="{9D8B030D-6E8A-4147-A177-3AD203B41FA5}">
                      <a16:colId xmlns:a16="http://schemas.microsoft.com/office/drawing/2014/main" val="4284568668"/>
                    </a:ext>
                  </a:extLst>
                </a:gridCol>
                <a:gridCol w="287385">
                  <a:extLst>
                    <a:ext uri="{9D8B030D-6E8A-4147-A177-3AD203B41FA5}">
                      <a16:colId xmlns:a16="http://schemas.microsoft.com/office/drawing/2014/main" val="836960948"/>
                    </a:ext>
                  </a:extLst>
                </a:gridCol>
                <a:gridCol w="287385">
                  <a:extLst>
                    <a:ext uri="{9D8B030D-6E8A-4147-A177-3AD203B41FA5}">
                      <a16:colId xmlns:a16="http://schemas.microsoft.com/office/drawing/2014/main" val="2004318409"/>
                    </a:ext>
                  </a:extLst>
                </a:gridCol>
                <a:gridCol w="287385">
                  <a:extLst>
                    <a:ext uri="{9D8B030D-6E8A-4147-A177-3AD203B41FA5}">
                      <a16:colId xmlns:a16="http://schemas.microsoft.com/office/drawing/2014/main" val="1017825163"/>
                    </a:ext>
                  </a:extLst>
                </a:gridCol>
                <a:gridCol w="287385">
                  <a:extLst>
                    <a:ext uri="{9D8B030D-6E8A-4147-A177-3AD203B41FA5}">
                      <a16:colId xmlns:a16="http://schemas.microsoft.com/office/drawing/2014/main" val="2715765131"/>
                    </a:ext>
                  </a:extLst>
                </a:gridCol>
                <a:gridCol w="287385">
                  <a:extLst>
                    <a:ext uri="{9D8B030D-6E8A-4147-A177-3AD203B41FA5}">
                      <a16:colId xmlns:a16="http://schemas.microsoft.com/office/drawing/2014/main" val="2001071721"/>
                    </a:ext>
                  </a:extLst>
                </a:gridCol>
                <a:gridCol w="287385">
                  <a:extLst>
                    <a:ext uri="{9D8B030D-6E8A-4147-A177-3AD203B41FA5}">
                      <a16:colId xmlns:a16="http://schemas.microsoft.com/office/drawing/2014/main" val="261554609"/>
                    </a:ext>
                  </a:extLst>
                </a:gridCol>
                <a:gridCol w="287385">
                  <a:extLst>
                    <a:ext uri="{9D8B030D-6E8A-4147-A177-3AD203B41FA5}">
                      <a16:colId xmlns:a16="http://schemas.microsoft.com/office/drawing/2014/main" val="1892241911"/>
                    </a:ext>
                  </a:extLst>
                </a:gridCol>
                <a:gridCol w="287385">
                  <a:extLst>
                    <a:ext uri="{9D8B030D-6E8A-4147-A177-3AD203B41FA5}">
                      <a16:colId xmlns:a16="http://schemas.microsoft.com/office/drawing/2014/main" val="3314754578"/>
                    </a:ext>
                  </a:extLst>
                </a:gridCol>
                <a:gridCol w="287385">
                  <a:extLst>
                    <a:ext uri="{9D8B030D-6E8A-4147-A177-3AD203B41FA5}">
                      <a16:colId xmlns:a16="http://schemas.microsoft.com/office/drawing/2014/main" val="3950544124"/>
                    </a:ext>
                  </a:extLst>
                </a:gridCol>
                <a:gridCol w="287385">
                  <a:extLst>
                    <a:ext uri="{9D8B030D-6E8A-4147-A177-3AD203B41FA5}">
                      <a16:colId xmlns:a16="http://schemas.microsoft.com/office/drawing/2014/main" val="2182457792"/>
                    </a:ext>
                  </a:extLst>
                </a:gridCol>
                <a:gridCol w="287385">
                  <a:extLst>
                    <a:ext uri="{9D8B030D-6E8A-4147-A177-3AD203B41FA5}">
                      <a16:colId xmlns:a16="http://schemas.microsoft.com/office/drawing/2014/main" val="2759418153"/>
                    </a:ext>
                  </a:extLst>
                </a:gridCol>
                <a:gridCol w="287385">
                  <a:extLst>
                    <a:ext uri="{9D8B030D-6E8A-4147-A177-3AD203B41FA5}">
                      <a16:colId xmlns:a16="http://schemas.microsoft.com/office/drawing/2014/main" val="1229282592"/>
                    </a:ext>
                  </a:extLst>
                </a:gridCol>
                <a:gridCol w="287385">
                  <a:extLst>
                    <a:ext uri="{9D8B030D-6E8A-4147-A177-3AD203B41FA5}">
                      <a16:colId xmlns:a16="http://schemas.microsoft.com/office/drawing/2014/main" val="721608108"/>
                    </a:ext>
                  </a:extLst>
                </a:gridCol>
                <a:gridCol w="287385">
                  <a:extLst>
                    <a:ext uri="{9D8B030D-6E8A-4147-A177-3AD203B41FA5}">
                      <a16:colId xmlns:a16="http://schemas.microsoft.com/office/drawing/2014/main" val="1579713459"/>
                    </a:ext>
                  </a:extLst>
                </a:gridCol>
                <a:gridCol w="287385">
                  <a:extLst>
                    <a:ext uri="{9D8B030D-6E8A-4147-A177-3AD203B41FA5}">
                      <a16:colId xmlns:a16="http://schemas.microsoft.com/office/drawing/2014/main" val="1739190514"/>
                    </a:ext>
                  </a:extLst>
                </a:gridCol>
                <a:gridCol w="287385">
                  <a:extLst>
                    <a:ext uri="{9D8B030D-6E8A-4147-A177-3AD203B41FA5}">
                      <a16:colId xmlns:a16="http://schemas.microsoft.com/office/drawing/2014/main" val="2171498321"/>
                    </a:ext>
                  </a:extLst>
                </a:gridCol>
                <a:gridCol w="287385">
                  <a:extLst>
                    <a:ext uri="{9D8B030D-6E8A-4147-A177-3AD203B41FA5}">
                      <a16:colId xmlns:a16="http://schemas.microsoft.com/office/drawing/2014/main" val="2804590845"/>
                    </a:ext>
                  </a:extLst>
                </a:gridCol>
                <a:gridCol w="287385">
                  <a:extLst>
                    <a:ext uri="{9D8B030D-6E8A-4147-A177-3AD203B41FA5}">
                      <a16:colId xmlns:a16="http://schemas.microsoft.com/office/drawing/2014/main" val="3502522299"/>
                    </a:ext>
                  </a:extLst>
                </a:gridCol>
                <a:gridCol w="287385">
                  <a:extLst>
                    <a:ext uri="{9D8B030D-6E8A-4147-A177-3AD203B41FA5}">
                      <a16:colId xmlns:a16="http://schemas.microsoft.com/office/drawing/2014/main" val="1066764142"/>
                    </a:ext>
                  </a:extLst>
                </a:gridCol>
                <a:gridCol w="287385">
                  <a:extLst>
                    <a:ext uri="{9D8B030D-6E8A-4147-A177-3AD203B41FA5}">
                      <a16:colId xmlns:a16="http://schemas.microsoft.com/office/drawing/2014/main" val="1054838701"/>
                    </a:ext>
                  </a:extLst>
                </a:gridCol>
                <a:gridCol w="287385">
                  <a:extLst>
                    <a:ext uri="{9D8B030D-6E8A-4147-A177-3AD203B41FA5}">
                      <a16:colId xmlns:a16="http://schemas.microsoft.com/office/drawing/2014/main" val="2589886849"/>
                    </a:ext>
                  </a:extLst>
                </a:gridCol>
                <a:gridCol w="287385">
                  <a:extLst>
                    <a:ext uri="{9D8B030D-6E8A-4147-A177-3AD203B41FA5}">
                      <a16:colId xmlns:a16="http://schemas.microsoft.com/office/drawing/2014/main" val="3657955512"/>
                    </a:ext>
                  </a:extLst>
                </a:gridCol>
                <a:gridCol w="287385">
                  <a:extLst>
                    <a:ext uri="{9D8B030D-6E8A-4147-A177-3AD203B41FA5}">
                      <a16:colId xmlns:a16="http://schemas.microsoft.com/office/drawing/2014/main" val="1245657576"/>
                    </a:ext>
                  </a:extLst>
                </a:gridCol>
                <a:gridCol w="287385">
                  <a:extLst>
                    <a:ext uri="{9D8B030D-6E8A-4147-A177-3AD203B41FA5}">
                      <a16:colId xmlns:a16="http://schemas.microsoft.com/office/drawing/2014/main" val="2065718407"/>
                    </a:ext>
                  </a:extLst>
                </a:gridCol>
              </a:tblGrid>
              <a:tr h="251740">
                <a:tc>
                  <a:txBody>
                    <a:bodyPr/>
                    <a:lstStyle/>
                    <a:p>
                      <a:endParaRPr lang="en-GB" sz="1200" b="0" dirty="0">
                        <a:solidFill>
                          <a:schemeClr val="tx1"/>
                        </a:solidFill>
                        <a:latin typeface="Aptos" panose="020B0004020202020204" pitchFamily="34" charset="0"/>
                      </a:endParaRP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gridSpan="4">
                  <a:txBody>
                    <a:bodyPr/>
                    <a:lstStyle/>
                    <a:p>
                      <a:pPr algn="ctr"/>
                      <a:r>
                        <a:rPr lang="en-GB" sz="1200" b="0" dirty="0">
                          <a:solidFill>
                            <a:schemeClr val="tx1"/>
                          </a:solidFill>
                          <a:latin typeface="Aptos" panose="020B0004020202020204" pitchFamily="34" charset="0"/>
                        </a:rPr>
                        <a:t>August</a:t>
                      </a: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gridSpan="4">
                  <a:txBody>
                    <a:bodyPr/>
                    <a:lstStyle/>
                    <a:p>
                      <a:pPr algn="ctr"/>
                      <a:r>
                        <a:rPr lang="en-GB" sz="1200" b="0" dirty="0">
                          <a:solidFill>
                            <a:schemeClr val="tx1"/>
                          </a:solidFill>
                          <a:latin typeface="Aptos" panose="020B0004020202020204" pitchFamily="34" charset="0"/>
                        </a:rPr>
                        <a:t>September</a:t>
                      </a: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gridSpan="5">
                  <a:txBody>
                    <a:bodyPr/>
                    <a:lstStyle/>
                    <a:p>
                      <a:pPr algn="ctr"/>
                      <a:r>
                        <a:rPr lang="en-GB" sz="1200" b="0" dirty="0">
                          <a:solidFill>
                            <a:schemeClr val="tx1"/>
                          </a:solidFill>
                          <a:latin typeface="Aptos" panose="020B0004020202020204" pitchFamily="34" charset="0"/>
                        </a:rPr>
                        <a:t>October</a:t>
                      </a: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gridSpan="4">
                  <a:txBody>
                    <a:bodyPr/>
                    <a:lstStyle/>
                    <a:p>
                      <a:pPr algn="ctr"/>
                      <a:r>
                        <a:rPr lang="en-GB" sz="1200" b="0" dirty="0">
                          <a:solidFill>
                            <a:schemeClr val="tx1"/>
                          </a:solidFill>
                          <a:latin typeface="Aptos" panose="020B0004020202020204" pitchFamily="34" charset="0"/>
                        </a:rPr>
                        <a:t>November</a:t>
                      </a: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gridSpan="3">
                  <a:txBody>
                    <a:bodyPr/>
                    <a:lstStyle/>
                    <a:p>
                      <a:pPr algn="ctr"/>
                      <a:r>
                        <a:rPr lang="en-GB" sz="1200" b="0" dirty="0">
                          <a:solidFill>
                            <a:schemeClr val="tx1"/>
                          </a:solidFill>
                          <a:latin typeface="Aptos" panose="020B0004020202020204" pitchFamily="34" charset="0"/>
                        </a:rPr>
                        <a:t>December</a:t>
                      </a: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gridSpan="4">
                  <a:txBody>
                    <a:bodyPr/>
                    <a:lstStyle/>
                    <a:p>
                      <a:pPr algn="ctr"/>
                      <a:r>
                        <a:rPr lang="en-GB" sz="1200" b="0" dirty="0">
                          <a:solidFill>
                            <a:schemeClr val="tx1"/>
                          </a:solidFill>
                          <a:latin typeface="Aptos" panose="020B0004020202020204" pitchFamily="34" charset="0"/>
                        </a:rPr>
                        <a:t>January</a:t>
                      </a:r>
                    </a:p>
                  </a:txBody>
                  <a:tcPr marL="27000" marR="27000" marT="27000" marB="2700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tc hMerge="1">
                  <a:txBody>
                    <a:bodyPr/>
                    <a:lstStyle/>
                    <a:p>
                      <a:endParaRPr lang="en-GB" sz="800" b="0" dirty="0"/>
                    </a:p>
                  </a:txBody>
                  <a:tcPr marL="36000" marR="36000" marT="36000" marB="36000" anchor="ctr"/>
                </a:tc>
                <a:extLst>
                  <a:ext uri="{0D108BD9-81ED-4DB2-BD59-A6C34878D82A}">
                    <a16:rowId xmlns:a16="http://schemas.microsoft.com/office/drawing/2014/main" val="1576951222"/>
                  </a:ext>
                </a:extLst>
              </a:tr>
              <a:tr h="251740">
                <a:tc>
                  <a:txBody>
                    <a:bodyPr/>
                    <a:lstStyle/>
                    <a:p>
                      <a:endParaRPr lang="en-GB" sz="1200" b="0" dirty="0">
                        <a:solidFill>
                          <a:schemeClr val="tx1"/>
                        </a:solidFill>
                        <a:latin typeface="Aptos" panose="020B0004020202020204" pitchFamily="34" charset="0"/>
                      </a:endParaRP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8</a:t>
                      </a:r>
                    </a:p>
                  </a:txBody>
                  <a:tcPr marL="27000" marR="27000" marT="27000" marB="270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15</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22</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29</a:t>
                      </a: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5</a:t>
                      </a:r>
                    </a:p>
                  </a:txBody>
                  <a:tcPr marL="27000" marR="27000" marT="27000" marB="270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12</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19</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26</a:t>
                      </a: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3</a:t>
                      </a:r>
                    </a:p>
                  </a:txBody>
                  <a:tcPr marL="27000" marR="27000" marT="27000" marB="270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10</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17</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24</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31</a:t>
                      </a: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7</a:t>
                      </a:r>
                    </a:p>
                  </a:txBody>
                  <a:tcPr marL="27000" marR="27000" marT="27000" marB="270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14</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21</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28</a:t>
                      </a: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5</a:t>
                      </a:r>
                    </a:p>
                  </a:txBody>
                  <a:tcPr marL="27000" marR="27000" marT="27000" marB="270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12</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19</a:t>
                      </a: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a:t>
                      </a:r>
                    </a:p>
                  </a:txBody>
                  <a:tcPr marL="27000" marR="27000" marT="27000" marB="270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9</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16</a:t>
                      </a:r>
                    </a:p>
                  </a:txBody>
                  <a:tcPr marL="27000" marR="27000" marT="27000" marB="270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GB" sz="1200" b="0" dirty="0">
                          <a:solidFill>
                            <a:schemeClr val="tx1"/>
                          </a:solidFill>
                          <a:latin typeface="Aptos" panose="020B0004020202020204" pitchFamily="34" charset="0"/>
                        </a:rPr>
                        <a:t>23</a:t>
                      </a:r>
                    </a:p>
                  </a:txBody>
                  <a:tcPr marL="27000" marR="27000" marT="27000" marB="270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98908177"/>
                  </a:ext>
                </a:extLst>
              </a:tr>
              <a:tr h="223047">
                <a:tc>
                  <a:txBody>
                    <a:bodyPr/>
                    <a:lstStyle/>
                    <a:p>
                      <a:pPr marL="0" indent="0">
                        <a:lnSpc>
                          <a:spcPct val="100000"/>
                        </a:lnSpc>
                        <a:spcBef>
                          <a:spcPts val="300"/>
                        </a:spcBef>
                        <a:buFont typeface="Arial" panose="020B0604020202020204" pitchFamily="34" charset="0"/>
                        <a:buNone/>
                      </a:pPr>
                      <a:r>
                        <a:rPr lang="en-US" sz="1200" b="1" dirty="0">
                          <a:solidFill>
                            <a:schemeClr val="tx1"/>
                          </a:solidFill>
                          <a:latin typeface="Aptos" panose="020B0004020202020204" pitchFamily="34" charset="0"/>
                        </a:rPr>
                        <a:t>Stage 1: </a:t>
                      </a:r>
                      <a:r>
                        <a:rPr lang="en-US" sz="1200" dirty="0">
                          <a:solidFill>
                            <a:schemeClr val="tx1"/>
                          </a:solidFill>
                          <a:latin typeface="Aptos" panose="020B0004020202020204" pitchFamily="34" charset="0"/>
                        </a:rPr>
                        <a:t>Stage description</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2488464"/>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1338347"/>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5344956"/>
                  </a:ext>
                </a:extLst>
              </a:tr>
              <a:tr h="223047">
                <a:tc>
                  <a:txBody>
                    <a:bodyPr/>
                    <a:lstStyle/>
                    <a:p>
                      <a:pPr marL="0" indent="0">
                        <a:lnSpc>
                          <a:spcPct val="100000"/>
                        </a:lnSpc>
                        <a:spcBef>
                          <a:spcPts val="300"/>
                        </a:spcBef>
                        <a:buFont typeface="Arial" panose="020B0604020202020204" pitchFamily="34" charset="0"/>
                        <a:buNone/>
                      </a:pPr>
                      <a:r>
                        <a:rPr lang="en-US" sz="1200" b="1" dirty="0">
                          <a:solidFill>
                            <a:schemeClr val="tx1"/>
                          </a:solidFill>
                          <a:latin typeface="Aptos" panose="020B0004020202020204" pitchFamily="34" charset="0"/>
                        </a:rPr>
                        <a:t>Stage 2: </a:t>
                      </a:r>
                      <a:r>
                        <a:rPr lang="en-US" sz="1200" dirty="0">
                          <a:solidFill>
                            <a:schemeClr val="tx1"/>
                          </a:solidFill>
                          <a:latin typeface="Aptos" panose="020B0004020202020204" pitchFamily="34" charset="0"/>
                        </a:rPr>
                        <a:t>Stage description</a:t>
                      </a: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0455852"/>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5066683"/>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5832365"/>
                  </a:ext>
                </a:extLst>
              </a:tr>
              <a:tr h="223047">
                <a:tc>
                  <a:txBody>
                    <a:bodyPr/>
                    <a:lstStyle/>
                    <a:p>
                      <a:pPr marL="0" indent="0">
                        <a:lnSpc>
                          <a:spcPct val="100000"/>
                        </a:lnSpc>
                        <a:spcBef>
                          <a:spcPts val="300"/>
                        </a:spcBef>
                        <a:buFont typeface="Arial" panose="020B0604020202020204" pitchFamily="34" charset="0"/>
                        <a:buNone/>
                      </a:pPr>
                      <a:r>
                        <a:rPr lang="en-US" sz="1200" b="1" dirty="0">
                          <a:solidFill>
                            <a:schemeClr val="tx1"/>
                          </a:solidFill>
                          <a:latin typeface="Aptos" panose="020B0004020202020204" pitchFamily="34" charset="0"/>
                        </a:rPr>
                        <a:t>Stage 3: </a:t>
                      </a:r>
                      <a:r>
                        <a:rPr lang="en-US" sz="1200" dirty="0">
                          <a:solidFill>
                            <a:schemeClr val="tx1"/>
                          </a:solidFill>
                          <a:latin typeface="Aptos" panose="020B0004020202020204" pitchFamily="34" charset="0"/>
                        </a:rPr>
                        <a:t>Stage description</a:t>
                      </a: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346808"/>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7364659"/>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9504253"/>
                  </a:ext>
                </a:extLst>
              </a:tr>
              <a:tr h="223047">
                <a:tc>
                  <a:txBody>
                    <a:bodyPr/>
                    <a:lstStyle/>
                    <a:p>
                      <a:pPr marL="0" indent="0">
                        <a:lnSpc>
                          <a:spcPct val="100000"/>
                        </a:lnSpc>
                        <a:spcBef>
                          <a:spcPts val="300"/>
                        </a:spcBef>
                        <a:buFont typeface="Arial" panose="020B0604020202020204" pitchFamily="34" charset="0"/>
                        <a:buNone/>
                      </a:pPr>
                      <a:r>
                        <a:rPr lang="en-US" sz="1200" b="1" dirty="0">
                          <a:solidFill>
                            <a:schemeClr val="tx1"/>
                          </a:solidFill>
                          <a:latin typeface="Aptos" panose="020B0004020202020204" pitchFamily="34" charset="0"/>
                        </a:rPr>
                        <a:t>Stage 4: </a:t>
                      </a:r>
                      <a:r>
                        <a:rPr lang="en-US" sz="1200" dirty="0">
                          <a:solidFill>
                            <a:schemeClr val="tx1"/>
                          </a:solidFill>
                          <a:latin typeface="Aptos" panose="020B0004020202020204" pitchFamily="34" charset="0"/>
                        </a:rPr>
                        <a:t>Stage description</a:t>
                      </a: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5257486"/>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1424317"/>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312721"/>
                  </a:ext>
                </a:extLst>
              </a:tr>
              <a:tr h="223047">
                <a:tc>
                  <a:txBody>
                    <a:bodyPr/>
                    <a:lstStyle/>
                    <a:p>
                      <a:pPr marL="0" indent="0">
                        <a:lnSpc>
                          <a:spcPct val="100000"/>
                        </a:lnSpc>
                        <a:spcBef>
                          <a:spcPts val="300"/>
                        </a:spcBef>
                        <a:buFont typeface="Arial" panose="020B0604020202020204" pitchFamily="34" charset="0"/>
                        <a:buNone/>
                      </a:pPr>
                      <a:r>
                        <a:rPr lang="en-US" sz="1200" b="1" dirty="0">
                          <a:solidFill>
                            <a:schemeClr val="tx1"/>
                          </a:solidFill>
                          <a:latin typeface="Aptos" panose="020B0004020202020204" pitchFamily="34" charset="0"/>
                        </a:rPr>
                        <a:t>Stage 5: </a:t>
                      </a:r>
                      <a:r>
                        <a:rPr lang="en-US" sz="1200" dirty="0">
                          <a:solidFill>
                            <a:schemeClr val="tx1"/>
                          </a:solidFill>
                          <a:latin typeface="Aptos" panose="020B0004020202020204" pitchFamily="34" charset="0"/>
                        </a:rPr>
                        <a:t>Stage description</a:t>
                      </a: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3349255"/>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9415919"/>
                  </a:ext>
                </a:extLst>
              </a:tr>
              <a:tr h="223047">
                <a:tc>
                  <a:txBody>
                    <a:bodyPr/>
                    <a:lstStyle/>
                    <a:p>
                      <a:pPr marL="0" marR="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dirty="0">
                          <a:solidFill>
                            <a:schemeClr val="tx1"/>
                          </a:solidFill>
                          <a:latin typeface="Aptos" panose="020B0004020202020204" pitchFamily="34" charset="0"/>
                        </a:rPr>
                        <a:t>Activity detail</a:t>
                      </a: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3175" cap="flat" cmpd="sng" algn="ctr">
                      <a:solidFill>
                        <a:schemeClr val="tx1"/>
                      </a:solidFill>
                      <a:prstDash val="solid"/>
                      <a:round/>
                      <a:headEnd type="none" w="med" len="med"/>
                      <a:tailEnd type="none" w="med" len="med"/>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12700" cmpd="sng">
                      <a:noFill/>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GB" sz="1200" b="0" dirty="0">
                        <a:solidFill>
                          <a:schemeClr val="tx1"/>
                        </a:solidFill>
                        <a:latin typeface="Aptos" panose="020B0004020202020204" pitchFamily="34" charset="0"/>
                      </a:endParaRPr>
                    </a:p>
                  </a:txBody>
                  <a:tcPr marL="0" marR="0" marT="13500" marB="13500" anchor="ctr">
                    <a:lnL w="12700" cmpd="sng">
                      <a:noFill/>
                    </a:lnL>
                    <a:lnR w="3175" cap="flat" cmpd="sng" algn="ctr">
                      <a:solidFill>
                        <a:schemeClr val="tx1"/>
                      </a:solidFill>
                      <a:prstDash val="solid"/>
                      <a:round/>
                      <a:headEnd type="none" w="med" len="med"/>
                      <a:tailEnd type="none" w="med" len="med"/>
                    </a:lnR>
                    <a:lnT w="38100" cmpd="sng">
                      <a:noFill/>
                    </a:lnT>
                    <a:lnB w="3175"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959485"/>
                  </a:ext>
                </a:extLst>
              </a:tr>
            </a:tbl>
          </a:graphicData>
        </a:graphic>
      </p:graphicFrame>
      <p:sp>
        <p:nvSpPr>
          <p:cNvPr id="38" name="Rectangle 37"/>
          <p:cNvSpPr/>
          <p:nvPr/>
        </p:nvSpPr>
        <p:spPr bwMode="gray">
          <a:xfrm>
            <a:off x="4376313" y="2708849"/>
            <a:ext cx="624829" cy="67500"/>
          </a:xfrm>
          <a:prstGeom prst="rect">
            <a:avLst/>
          </a:prstGeom>
          <a:solidFill>
            <a:srgbClr val="26890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39" name="Rectangle 38"/>
          <p:cNvSpPr/>
          <p:nvPr/>
        </p:nvSpPr>
        <p:spPr bwMode="gray">
          <a:xfrm>
            <a:off x="4964178" y="2896131"/>
            <a:ext cx="421396"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0" name="Rectangle 39"/>
          <p:cNvSpPr/>
          <p:nvPr/>
        </p:nvSpPr>
        <p:spPr bwMode="gray">
          <a:xfrm>
            <a:off x="5352913" y="3424769"/>
            <a:ext cx="421396"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1" name="Rectangle 40"/>
          <p:cNvSpPr/>
          <p:nvPr/>
        </p:nvSpPr>
        <p:spPr bwMode="gray">
          <a:xfrm>
            <a:off x="5755054" y="3577783"/>
            <a:ext cx="203433"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2" name="Rectangle 41"/>
          <p:cNvSpPr/>
          <p:nvPr/>
        </p:nvSpPr>
        <p:spPr bwMode="gray">
          <a:xfrm>
            <a:off x="5935561" y="4076086"/>
            <a:ext cx="421396"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3" name="Rectangle 42"/>
          <p:cNvSpPr/>
          <p:nvPr/>
        </p:nvSpPr>
        <p:spPr bwMode="gray">
          <a:xfrm>
            <a:off x="6332987" y="4246179"/>
            <a:ext cx="203433"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4" name="Rectangle 43"/>
          <p:cNvSpPr/>
          <p:nvPr/>
        </p:nvSpPr>
        <p:spPr bwMode="gray">
          <a:xfrm>
            <a:off x="6505569" y="4754560"/>
            <a:ext cx="624829"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5" name="Rectangle 44"/>
          <p:cNvSpPr/>
          <p:nvPr/>
        </p:nvSpPr>
        <p:spPr bwMode="gray">
          <a:xfrm>
            <a:off x="7108381" y="4903731"/>
            <a:ext cx="203433"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6" name="Rectangle 45"/>
          <p:cNvSpPr/>
          <p:nvPr/>
        </p:nvSpPr>
        <p:spPr bwMode="gray">
          <a:xfrm>
            <a:off x="7300809" y="5438421"/>
            <a:ext cx="828263"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7" name="Rectangle 46"/>
          <p:cNvSpPr/>
          <p:nvPr/>
        </p:nvSpPr>
        <p:spPr bwMode="gray">
          <a:xfrm>
            <a:off x="8319611" y="5438421"/>
            <a:ext cx="203433" cy="67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8" name="Oval 47"/>
          <p:cNvSpPr/>
          <p:nvPr/>
        </p:nvSpPr>
        <p:spPr bwMode="gray">
          <a:xfrm>
            <a:off x="6016611" y="3583498"/>
            <a:ext cx="72655"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49" name="Oval 48"/>
          <p:cNvSpPr/>
          <p:nvPr/>
        </p:nvSpPr>
        <p:spPr bwMode="gray">
          <a:xfrm>
            <a:off x="7330248" y="4911204"/>
            <a:ext cx="72655"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latin typeface="Aptos" panose="020B0004020202020204" pitchFamily="34" charset="0"/>
            </a:endParaRPr>
          </a:p>
        </p:txBody>
      </p:sp>
      <p:sp>
        <p:nvSpPr>
          <p:cNvPr id="50" name="Oval 49"/>
          <p:cNvSpPr/>
          <p:nvPr/>
        </p:nvSpPr>
        <p:spPr bwMode="gray">
          <a:xfrm>
            <a:off x="1063744" y="6123745"/>
            <a:ext cx="72655"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2"/>
              </a:solidFill>
              <a:latin typeface="Aptos" panose="020B0004020202020204" pitchFamily="34" charset="0"/>
            </a:endParaRPr>
          </a:p>
        </p:txBody>
      </p:sp>
      <p:sp>
        <p:nvSpPr>
          <p:cNvPr id="51" name="Rectangle 50"/>
          <p:cNvSpPr/>
          <p:nvPr/>
        </p:nvSpPr>
        <p:spPr bwMode="gray">
          <a:xfrm>
            <a:off x="1177541" y="6098191"/>
            <a:ext cx="633321" cy="123111"/>
          </a:xfrm>
          <a:prstGeom prst="rect">
            <a:avLst/>
          </a:prstGeom>
        </p:spPr>
        <p:txBody>
          <a:bodyPr wrap="square" lIns="0" tIns="0" rIns="0" bIns="0">
            <a:spAutoFit/>
          </a:bodyPr>
          <a:lstStyle/>
          <a:p>
            <a:r>
              <a:rPr lang="en-US" sz="800" dirty="0">
                <a:latin typeface="Aptos" panose="020B0004020202020204" pitchFamily="34" charset="0"/>
              </a:rPr>
              <a:t>Milestone</a:t>
            </a:r>
          </a:p>
        </p:txBody>
      </p:sp>
    </p:spTree>
    <p:extLst>
      <p:ext uri="{BB962C8B-B14F-4D97-AF65-F5344CB8AC3E}">
        <p14:creationId xmlns:p14="http://schemas.microsoft.com/office/powerpoint/2010/main" val="1654944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p:cNvSpPr>
            <a:spLocks noGrp="1"/>
          </p:cNvSpPr>
          <p:nvPr>
            <p:ph type="body" sz="quarter" idx="13"/>
          </p:nvPr>
        </p:nvSpPr>
        <p:spPr/>
        <p:txBody>
          <a:bodyPr/>
          <a:lstStyle/>
          <a:p>
            <a:r>
              <a:rPr lang="en-US" noProof="0" dirty="0"/>
              <a:t>Page subtitle</a:t>
            </a:r>
          </a:p>
        </p:txBody>
      </p:sp>
      <p:sp>
        <p:nvSpPr>
          <p:cNvPr id="2" name="Title 1"/>
          <p:cNvSpPr>
            <a:spLocks noGrp="1"/>
          </p:cNvSpPr>
          <p:nvPr>
            <p:ph type="title"/>
          </p:nvPr>
        </p:nvSpPr>
        <p:spPr/>
        <p:txBody>
          <a:bodyPr/>
          <a:lstStyle/>
          <a:p>
            <a:r>
              <a:rPr lang="en-US" noProof="0" dirty="0"/>
              <a:t>Page title</a:t>
            </a:r>
          </a:p>
        </p:txBody>
      </p:sp>
      <p:grpSp>
        <p:nvGrpSpPr>
          <p:cNvPr id="3" name="Group 2"/>
          <p:cNvGrpSpPr/>
          <p:nvPr/>
        </p:nvGrpSpPr>
        <p:grpSpPr>
          <a:xfrm>
            <a:off x="1033277" y="1682416"/>
            <a:ext cx="9221978" cy="3867150"/>
            <a:chOff x="395999" y="1723725"/>
            <a:chExt cx="7884001" cy="4032000"/>
          </a:xfrm>
        </p:grpSpPr>
        <p:sp>
          <p:nvSpPr>
            <p:cNvPr id="6" name="Rectangle 5"/>
            <p:cNvSpPr/>
            <p:nvPr/>
          </p:nvSpPr>
          <p:spPr>
            <a:xfrm>
              <a:off x="395999" y="3487725"/>
              <a:ext cx="1494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7" name="Rectangle 6"/>
            <p:cNvSpPr/>
            <p:nvPr/>
          </p:nvSpPr>
          <p:spPr>
            <a:xfrm>
              <a:off x="3042000" y="3487725"/>
              <a:ext cx="1494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8" name="Rectangle 7"/>
            <p:cNvSpPr/>
            <p:nvPr/>
          </p:nvSpPr>
          <p:spPr>
            <a:xfrm>
              <a:off x="3042000" y="2083725"/>
              <a:ext cx="1494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9" name="Rectangle 8"/>
            <p:cNvSpPr/>
            <p:nvPr/>
          </p:nvSpPr>
          <p:spPr>
            <a:xfrm>
              <a:off x="3042000" y="4891725"/>
              <a:ext cx="1494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10" name="Rectangle 9"/>
            <p:cNvSpPr/>
            <p:nvPr/>
          </p:nvSpPr>
          <p:spPr>
            <a:xfrm>
              <a:off x="5670000" y="1723725"/>
              <a:ext cx="2610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11" name="Rectangle 10"/>
            <p:cNvSpPr/>
            <p:nvPr/>
          </p:nvSpPr>
          <p:spPr>
            <a:xfrm>
              <a:off x="5670000" y="2389725"/>
              <a:ext cx="2610000" cy="522000"/>
            </a:xfrm>
            <a:prstGeom prst="rect">
              <a:avLst/>
            </a:prstGeom>
            <a:solidFill>
              <a:schemeClr val="accent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bg1"/>
                  </a:solidFill>
                  <a:latin typeface="Aptos" panose="020B0004020202020204" pitchFamily="34" charset="0"/>
                </a:rPr>
                <a:t>Text runs here</a:t>
              </a:r>
            </a:p>
          </p:txBody>
        </p:sp>
        <p:sp>
          <p:nvSpPr>
            <p:cNvPr id="12" name="Rectangle 11"/>
            <p:cNvSpPr/>
            <p:nvPr/>
          </p:nvSpPr>
          <p:spPr>
            <a:xfrm>
              <a:off x="5670000" y="3145153"/>
              <a:ext cx="2610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13" name="Rectangle 12"/>
            <p:cNvSpPr/>
            <p:nvPr/>
          </p:nvSpPr>
          <p:spPr>
            <a:xfrm>
              <a:off x="5670000" y="3811153"/>
              <a:ext cx="2610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grpSp>
          <p:nvGrpSpPr>
            <p:cNvPr id="17" name="Group 16"/>
            <p:cNvGrpSpPr/>
            <p:nvPr/>
          </p:nvGrpSpPr>
          <p:grpSpPr>
            <a:xfrm>
              <a:off x="5670000" y="4567725"/>
              <a:ext cx="2610000" cy="1188000"/>
              <a:chOff x="5670000" y="4471284"/>
              <a:chExt cx="2610000" cy="1188000"/>
            </a:xfrm>
          </p:grpSpPr>
          <p:sp>
            <p:nvSpPr>
              <p:cNvPr id="15" name="Rectangle 14"/>
              <p:cNvSpPr/>
              <p:nvPr/>
            </p:nvSpPr>
            <p:spPr>
              <a:xfrm>
                <a:off x="5670000" y="4471284"/>
                <a:ext cx="2610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sp>
            <p:nvSpPr>
              <p:cNvPr id="16" name="Rectangle 15"/>
              <p:cNvSpPr/>
              <p:nvPr/>
            </p:nvSpPr>
            <p:spPr>
              <a:xfrm>
                <a:off x="5670000" y="5137284"/>
                <a:ext cx="2610000" cy="522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GB" sz="1200" dirty="0">
                    <a:solidFill>
                      <a:schemeClr val="tx1"/>
                    </a:solidFill>
                    <a:latin typeface="Aptos" panose="020B0004020202020204" pitchFamily="34" charset="0"/>
                  </a:rPr>
                  <a:t>Text runs here</a:t>
                </a:r>
              </a:p>
            </p:txBody>
          </p:sp>
        </p:grpSp>
        <p:cxnSp>
          <p:nvCxnSpPr>
            <p:cNvPr id="19" name="Elbow Connector 18"/>
            <p:cNvCxnSpPr>
              <a:stCxn id="6" idx="3"/>
              <a:endCxn id="8" idx="1"/>
            </p:cNvCxnSpPr>
            <p:nvPr/>
          </p:nvCxnSpPr>
          <p:spPr>
            <a:xfrm flipV="1">
              <a:off x="1889999" y="2344725"/>
              <a:ext cx="1152001" cy="1404000"/>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8" idx="3"/>
              <a:endCxn id="10" idx="1"/>
            </p:cNvCxnSpPr>
            <p:nvPr/>
          </p:nvCxnSpPr>
          <p:spPr>
            <a:xfrm flipV="1">
              <a:off x="4536000" y="1984725"/>
              <a:ext cx="1134000" cy="360000"/>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7" idx="3"/>
            </p:cNvCxnSpPr>
            <p:nvPr/>
          </p:nvCxnSpPr>
          <p:spPr>
            <a:xfrm flipV="1">
              <a:off x="4536000" y="3388725"/>
              <a:ext cx="1134000" cy="360000"/>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flipV="1">
              <a:off x="4536000" y="4782009"/>
              <a:ext cx="1134000" cy="360000"/>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6" idx="3"/>
              <a:endCxn id="9" idx="1"/>
            </p:cNvCxnSpPr>
            <p:nvPr/>
          </p:nvCxnSpPr>
          <p:spPr>
            <a:xfrm>
              <a:off x="1889999" y="3748725"/>
              <a:ext cx="1152001" cy="1404000"/>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a:endCxn id="16" idx="1"/>
            </p:cNvCxnSpPr>
            <p:nvPr/>
          </p:nvCxnSpPr>
          <p:spPr>
            <a:xfrm>
              <a:off x="4536000" y="5140020"/>
              <a:ext cx="1134000" cy="354705"/>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7" idx="3"/>
              <a:endCxn id="13" idx="1"/>
            </p:cNvCxnSpPr>
            <p:nvPr/>
          </p:nvCxnSpPr>
          <p:spPr>
            <a:xfrm>
              <a:off x="4536000" y="3748725"/>
              <a:ext cx="1134000" cy="323428"/>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Elbow Connector 34"/>
            <p:cNvCxnSpPr/>
            <p:nvPr/>
          </p:nvCxnSpPr>
          <p:spPr>
            <a:xfrm>
              <a:off x="4536000" y="2343631"/>
              <a:ext cx="1134000" cy="354705"/>
            </a:xfrm>
            <a:prstGeom prst="bentConnector3">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6" idx="3"/>
              <a:endCxn id="7" idx="1"/>
            </p:cNvCxnSpPr>
            <p:nvPr/>
          </p:nvCxnSpPr>
          <p:spPr>
            <a:xfrm>
              <a:off x="1889999" y="3748725"/>
              <a:ext cx="1152001"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167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7543859-87D7-DACF-6759-2DC75E3FCF8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961" t="9071" r="29592"/>
          <a:stretch/>
        </p:blipFill>
        <p:spPr bwMode="auto">
          <a:xfrm>
            <a:off x="469530" y="1869073"/>
            <a:ext cx="1472954" cy="14760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Picture Placeholder 6">
            <a:extLst>
              <a:ext uri="{FF2B5EF4-FFF2-40B4-BE49-F238E27FC236}">
                <a16:creationId xmlns:a16="http://schemas.microsoft.com/office/drawing/2014/main" id="{DC1ED1E2-0578-2539-EFC2-9D040A11FAA6}"/>
              </a:ext>
            </a:extLst>
          </p:cNvPr>
          <p:cNvSpPr>
            <a:spLocks noGrp="1"/>
          </p:cNvSpPr>
          <p:nvPr>
            <p:ph type="pic" sz="quarter" idx="29"/>
          </p:nvPr>
        </p:nvSpPr>
        <p:spPr/>
        <p:txBody>
          <a:bodyPr/>
          <a:lstStyle/>
          <a:p>
            <a:endParaRPr lang="en-US"/>
          </a:p>
        </p:txBody>
      </p:sp>
      <p:sp>
        <p:nvSpPr>
          <p:cNvPr id="21" name="Text Placeholder 20"/>
          <p:cNvSpPr>
            <a:spLocks noGrp="1"/>
          </p:cNvSpPr>
          <p:nvPr>
            <p:ph type="body" sz="quarter" idx="34"/>
          </p:nvPr>
        </p:nvSpPr>
        <p:spPr/>
        <p:txBody>
          <a:bodyPr/>
          <a:lstStyle/>
          <a:p>
            <a:r>
              <a:rPr lang="en-US" noProof="0" dirty="0"/>
              <a:t>Role</a:t>
            </a:r>
          </a:p>
          <a:p>
            <a:pPr lvl="1"/>
            <a:r>
              <a:rPr lang="en-US" noProof="0" dirty="0"/>
              <a:t>Name surname</a:t>
            </a:r>
          </a:p>
          <a:p>
            <a:pPr lvl="1"/>
            <a:r>
              <a:rPr lang="en-US" noProof="0" dirty="0"/>
              <a:t>Job title</a:t>
            </a:r>
          </a:p>
          <a:p>
            <a:pPr lvl="1"/>
            <a:r>
              <a:rPr lang="en-US" noProof="0" dirty="0"/>
              <a:t>Country or Office</a:t>
            </a:r>
          </a:p>
          <a:p>
            <a:pPr lvl="1"/>
            <a:endParaRPr lang="en-US" noProof="0" dirty="0"/>
          </a:p>
          <a:p>
            <a:r>
              <a:rPr lang="en-US" noProof="0" dirty="0"/>
              <a:t>Profile description here.</a:t>
            </a:r>
          </a:p>
          <a:p>
            <a:endParaRPr lang="en-US" noProof="0" dirty="0"/>
          </a:p>
        </p:txBody>
      </p:sp>
      <p:sp>
        <p:nvSpPr>
          <p:cNvPr id="3" name="Text Placeholder 2"/>
          <p:cNvSpPr>
            <a:spLocks noGrp="1"/>
          </p:cNvSpPr>
          <p:nvPr>
            <p:ph type="body" sz="quarter" idx="13"/>
          </p:nvPr>
        </p:nvSpPr>
        <p:spPr/>
        <p:txBody>
          <a:bodyPr/>
          <a:lstStyle/>
          <a:p>
            <a:r>
              <a:rPr lang="en-US" noProof="0" dirty="0"/>
              <a:t>Page subtitle</a:t>
            </a:r>
          </a:p>
        </p:txBody>
      </p:sp>
      <p:sp>
        <p:nvSpPr>
          <p:cNvPr id="5" name="Title 4"/>
          <p:cNvSpPr>
            <a:spLocks noGrp="1"/>
          </p:cNvSpPr>
          <p:nvPr>
            <p:ph type="title"/>
          </p:nvPr>
        </p:nvSpPr>
        <p:spPr/>
        <p:txBody>
          <a:bodyPr/>
          <a:lstStyle/>
          <a:p>
            <a:r>
              <a:rPr lang="en-US" noProof="0" dirty="0"/>
              <a:t>Team</a:t>
            </a:r>
          </a:p>
        </p:txBody>
      </p:sp>
      <p:sp>
        <p:nvSpPr>
          <p:cNvPr id="2" name="Text Placeholder 1"/>
          <p:cNvSpPr>
            <a:spLocks noGrp="1"/>
          </p:cNvSpPr>
          <p:nvPr>
            <p:ph type="body" sz="quarter" idx="32"/>
          </p:nvPr>
        </p:nvSpPr>
        <p:spPr/>
        <p:txBody>
          <a:bodyPr/>
          <a:lstStyle/>
          <a:p>
            <a:r>
              <a:rPr lang="en-US" noProof="0" dirty="0"/>
              <a:t>Role</a:t>
            </a:r>
          </a:p>
          <a:p>
            <a:pPr lvl="1"/>
            <a:r>
              <a:rPr lang="en-US" noProof="0" dirty="0"/>
              <a:t>Name surname</a:t>
            </a:r>
          </a:p>
          <a:p>
            <a:pPr lvl="1"/>
            <a:r>
              <a:rPr lang="en-US" noProof="0" dirty="0"/>
              <a:t>Job title</a:t>
            </a:r>
          </a:p>
          <a:p>
            <a:pPr lvl="1"/>
            <a:r>
              <a:rPr lang="en-US" noProof="0" dirty="0"/>
              <a:t>Country or Office</a:t>
            </a:r>
          </a:p>
          <a:p>
            <a:pPr lvl="1"/>
            <a:endParaRPr lang="en-US" noProof="0" dirty="0"/>
          </a:p>
          <a:p>
            <a:r>
              <a:rPr lang="en-US" noProof="0" dirty="0"/>
              <a:t>Profile description here.</a:t>
            </a:r>
          </a:p>
        </p:txBody>
      </p:sp>
      <p:sp>
        <p:nvSpPr>
          <p:cNvPr id="8" name="Picture Placeholder 7">
            <a:extLst>
              <a:ext uri="{FF2B5EF4-FFF2-40B4-BE49-F238E27FC236}">
                <a16:creationId xmlns:a16="http://schemas.microsoft.com/office/drawing/2014/main" id="{389A696C-A100-D06C-0348-B35D4420FD6E}"/>
              </a:ext>
            </a:extLst>
          </p:cNvPr>
          <p:cNvSpPr>
            <a:spLocks noGrp="1"/>
          </p:cNvSpPr>
          <p:nvPr>
            <p:ph type="pic" sz="quarter" idx="35"/>
          </p:nvPr>
        </p:nvSpPr>
        <p:spPr>
          <a:xfrm>
            <a:off x="5871515" y="4256213"/>
            <a:ext cx="1476000" cy="1476000"/>
          </a:xfrm>
        </p:spPr>
        <p:txBody>
          <a:bodyPr/>
          <a:lstStyle/>
          <a:p>
            <a:endParaRPr lang="en-US"/>
          </a:p>
        </p:txBody>
      </p:sp>
      <p:sp>
        <p:nvSpPr>
          <p:cNvPr id="27" name="Text Placeholder 26"/>
          <p:cNvSpPr>
            <a:spLocks noGrp="1"/>
          </p:cNvSpPr>
          <p:nvPr>
            <p:ph type="body" sz="quarter" idx="36"/>
          </p:nvPr>
        </p:nvSpPr>
        <p:spPr/>
        <p:txBody>
          <a:bodyPr/>
          <a:lstStyle/>
          <a:p>
            <a:r>
              <a:rPr lang="en-US" noProof="0" dirty="0"/>
              <a:t>Role</a:t>
            </a:r>
          </a:p>
          <a:p>
            <a:pPr lvl="1"/>
            <a:r>
              <a:rPr lang="en-US" noProof="0" dirty="0"/>
              <a:t>Name surname</a:t>
            </a:r>
          </a:p>
          <a:p>
            <a:pPr lvl="1"/>
            <a:r>
              <a:rPr lang="en-US" noProof="0" dirty="0"/>
              <a:t>Job title</a:t>
            </a:r>
          </a:p>
          <a:p>
            <a:pPr lvl="1"/>
            <a:r>
              <a:rPr lang="en-US" noProof="0" dirty="0"/>
              <a:t>Country or Office</a:t>
            </a:r>
          </a:p>
          <a:p>
            <a:pPr lvl="1"/>
            <a:endParaRPr lang="en-US" noProof="0" dirty="0"/>
          </a:p>
          <a:p>
            <a:r>
              <a:rPr lang="en-US" noProof="0" dirty="0"/>
              <a:t>Profile description here.</a:t>
            </a:r>
          </a:p>
        </p:txBody>
      </p:sp>
      <p:sp>
        <p:nvSpPr>
          <p:cNvPr id="4" name="Text Placeholder 3"/>
          <p:cNvSpPr>
            <a:spLocks noGrp="1"/>
          </p:cNvSpPr>
          <p:nvPr>
            <p:ph type="body" sz="quarter" idx="38"/>
          </p:nvPr>
        </p:nvSpPr>
        <p:spPr/>
        <p:txBody>
          <a:bodyPr/>
          <a:lstStyle/>
          <a:p>
            <a:r>
              <a:rPr lang="en-US" dirty="0"/>
              <a:t>Role</a:t>
            </a:r>
          </a:p>
          <a:p>
            <a:pPr lvl="1"/>
            <a:r>
              <a:rPr lang="en-US" dirty="0"/>
              <a:t>Name surname</a:t>
            </a:r>
          </a:p>
          <a:p>
            <a:pPr lvl="1"/>
            <a:r>
              <a:rPr lang="en-US" dirty="0"/>
              <a:t>Job title</a:t>
            </a:r>
          </a:p>
          <a:p>
            <a:pPr lvl="1"/>
            <a:r>
              <a:rPr lang="en-US" dirty="0"/>
              <a:t>Country or Office</a:t>
            </a:r>
          </a:p>
          <a:p>
            <a:pPr lvl="1"/>
            <a:endParaRPr lang="en-US" dirty="0"/>
          </a:p>
          <a:p>
            <a:r>
              <a:rPr lang="en-US" dirty="0"/>
              <a:t>Profile description here.</a:t>
            </a:r>
          </a:p>
          <a:p>
            <a:endParaRPr lang="en-US" dirty="0"/>
          </a:p>
        </p:txBody>
      </p:sp>
      <p:pic>
        <p:nvPicPr>
          <p:cNvPr id="18" name="Picture 6">
            <a:extLst>
              <a:ext uri="{FF2B5EF4-FFF2-40B4-BE49-F238E27FC236}">
                <a16:creationId xmlns:a16="http://schemas.microsoft.com/office/drawing/2014/main" id="{06E0F811-8E99-C677-B04F-16EC0C2C27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20" t="13670" r="52404" b="38576"/>
          <a:stretch/>
        </p:blipFill>
        <p:spPr bwMode="auto">
          <a:xfrm>
            <a:off x="5879596" y="1880213"/>
            <a:ext cx="1467919" cy="147600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350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0C8582E-415C-9436-5EDC-6C54CFA4B09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961" t="9071" r="29592"/>
          <a:stretch/>
        </p:blipFill>
        <p:spPr bwMode="auto">
          <a:xfrm>
            <a:off x="4013446" y="1883664"/>
            <a:ext cx="1472954" cy="14760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 Placeholder 1">
            <a:extLst>
              <a:ext uri="{FF2B5EF4-FFF2-40B4-BE49-F238E27FC236}">
                <a16:creationId xmlns:a16="http://schemas.microsoft.com/office/drawing/2014/main" id="{2BF5A3E8-90BC-9AD4-2B4F-E51BB32E6360}"/>
              </a:ext>
            </a:extLst>
          </p:cNvPr>
          <p:cNvSpPr>
            <a:spLocks noGrp="1"/>
          </p:cNvSpPr>
          <p:nvPr>
            <p:ph type="body" sz="quarter" idx="13"/>
          </p:nvPr>
        </p:nvSpPr>
        <p:spPr/>
        <p:txBody>
          <a:bodyPr/>
          <a:lstStyle/>
          <a:p>
            <a:r>
              <a:rPr lang="en-US" noProof="0" dirty="0"/>
              <a:t>Page subtitle</a:t>
            </a:r>
          </a:p>
          <a:p>
            <a:endParaRPr lang="en-GB" dirty="0"/>
          </a:p>
        </p:txBody>
      </p:sp>
      <p:sp>
        <p:nvSpPr>
          <p:cNvPr id="3" name="Title 2">
            <a:extLst>
              <a:ext uri="{FF2B5EF4-FFF2-40B4-BE49-F238E27FC236}">
                <a16:creationId xmlns:a16="http://schemas.microsoft.com/office/drawing/2014/main" id="{7BC5F445-F6BF-565F-92BA-8C0DB3E02788}"/>
              </a:ext>
            </a:extLst>
          </p:cNvPr>
          <p:cNvSpPr>
            <a:spLocks noGrp="1"/>
          </p:cNvSpPr>
          <p:nvPr>
            <p:ph type="title"/>
          </p:nvPr>
        </p:nvSpPr>
        <p:spPr/>
        <p:txBody>
          <a:bodyPr/>
          <a:lstStyle/>
          <a:p>
            <a:r>
              <a:rPr lang="en-US" noProof="0" dirty="0"/>
              <a:t>Curriculum vitae</a:t>
            </a:r>
            <a:endParaRPr lang="en-GB" dirty="0"/>
          </a:p>
        </p:txBody>
      </p:sp>
      <p:sp>
        <p:nvSpPr>
          <p:cNvPr id="5" name="Text Placeholder 4">
            <a:extLst>
              <a:ext uri="{FF2B5EF4-FFF2-40B4-BE49-F238E27FC236}">
                <a16:creationId xmlns:a16="http://schemas.microsoft.com/office/drawing/2014/main" id="{FA0177F3-BEBB-4518-67E2-419FB2A51C93}"/>
              </a:ext>
            </a:extLst>
          </p:cNvPr>
          <p:cNvSpPr>
            <a:spLocks noGrp="1"/>
          </p:cNvSpPr>
          <p:nvPr>
            <p:ph type="body" sz="quarter" idx="32"/>
          </p:nvPr>
        </p:nvSpPr>
        <p:spPr>
          <a:xfrm>
            <a:off x="457200" y="3498336"/>
            <a:ext cx="5029200" cy="2864364"/>
          </a:xfrm>
        </p:spPr>
        <p:txBody>
          <a:bodyPr/>
          <a:lstStyle/>
          <a:p>
            <a:pPr lvl="0"/>
            <a:r>
              <a:rPr lang="en-GB" noProof="0" dirty="0">
                <a:sym typeface="Calibri" panose="020F0502020204030204" pitchFamily="34" charset="0"/>
              </a:rPr>
              <a:t>[XXX] is this is dummy text and not here to be read. This is dummy text and not here to be read. This is dummy text and not here to be read. </a:t>
            </a:r>
            <a:br>
              <a:rPr lang="en-GB" noProof="0" dirty="0">
                <a:sym typeface="Calibri" panose="020F0502020204030204" pitchFamily="34" charset="0"/>
              </a:rPr>
            </a:br>
            <a:endParaRPr lang="en-GB" noProof="0" dirty="0">
              <a:sym typeface="Calibri" panose="020F0502020204030204" pitchFamily="34" charset="0"/>
            </a:endParaRPr>
          </a:p>
          <a:p>
            <a:pPr lvl="0"/>
            <a:r>
              <a:rPr lang="en-GB" noProof="0" dirty="0">
                <a:sym typeface="Calibri" panose="020F0502020204030204" pitchFamily="34" charset="0"/>
              </a:rPr>
              <a:t>Education and professional exams</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br>
              <a:rPr lang="en-GB" noProof="0" dirty="0">
                <a:sym typeface="Calibri" panose="020F0502020204030204" pitchFamily="34" charset="0"/>
              </a:rPr>
            </a:br>
            <a:endParaRPr lang="en-GB" noProof="0" dirty="0">
              <a:sym typeface="Calibri" panose="020F0502020204030204" pitchFamily="34" charset="0"/>
            </a:endParaRPr>
          </a:p>
          <a:p>
            <a:pPr lvl="0"/>
            <a:r>
              <a:rPr lang="en-GB" noProof="0" dirty="0">
                <a:sym typeface="Calibri" panose="020F0502020204030204" pitchFamily="34" charset="0"/>
              </a:rPr>
              <a:t>Selection of Project Experiences</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p>
        </p:txBody>
      </p:sp>
      <p:sp>
        <p:nvSpPr>
          <p:cNvPr id="7" name="Text Placeholder 6">
            <a:extLst>
              <a:ext uri="{FF2B5EF4-FFF2-40B4-BE49-F238E27FC236}">
                <a16:creationId xmlns:a16="http://schemas.microsoft.com/office/drawing/2014/main" id="{95E70F57-E472-67FF-9798-C5D8E50BDC01}"/>
              </a:ext>
            </a:extLst>
          </p:cNvPr>
          <p:cNvSpPr>
            <a:spLocks noGrp="1"/>
          </p:cNvSpPr>
          <p:nvPr>
            <p:ph type="body" sz="quarter" idx="33"/>
          </p:nvPr>
        </p:nvSpPr>
        <p:spPr>
          <a:xfrm>
            <a:off x="5870448" y="3498336"/>
            <a:ext cx="5029200" cy="2864364"/>
          </a:xfrm>
        </p:spPr>
        <p:txBody>
          <a:bodyPr/>
          <a:lstStyle/>
          <a:p>
            <a:pPr lvl="0"/>
            <a:r>
              <a:rPr lang="en-GB" noProof="0" dirty="0">
                <a:sym typeface="Calibri" panose="020F0502020204030204" pitchFamily="34" charset="0"/>
              </a:rPr>
              <a:t>[XXX] is this is dummy text and not here to be read. This is dummy text and not here to be read. This is dummy text and not here to be read. </a:t>
            </a:r>
            <a:br>
              <a:rPr lang="en-GB" noProof="0" dirty="0">
                <a:sym typeface="Calibri" panose="020F0502020204030204" pitchFamily="34" charset="0"/>
              </a:rPr>
            </a:br>
            <a:endParaRPr lang="en-GB" noProof="0" dirty="0">
              <a:sym typeface="Calibri" panose="020F0502020204030204" pitchFamily="34" charset="0"/>
            </a:endParaRPr>
          </a:p>
          <a:p>
            <a:pPr lvl="0"/>
            <a:r>
              <a:rPr lang="en-GB" noProof="0" dirty="0">
                <a:sym typeface="Calibri" panose="020F0502020204030204" pitchFamily="34" charset="0"/>
              </a:rPr>
              <a:t>Education and professional exams</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br>
              <a:rPr lang="en-GB" noProof="0" dirty="0">
                <a:sym typeface="Calibri" panose="020F0502020204030204" pitchFamily="34" charset="0"/>
              </a:rPr>
            </a:br>
            <a:endParaRPr lang="en-GB" noProof="0" dirty="0">
              <a:sym typeface="Calibri" panose="020F0502020204030204" pitchFamily="34" charset="0"/>
            </a:endParaRPr>
          </a:p>
          <a:p>
            <a:pPr lvl="0"/>
            <a:r>
              <a:rPr lang="en-GB" noProof="0" dirty="0">
                <a:sym typeface="Calibri" panose="020F0502020204030204" pitchFamily="34" charset="0"/>
              </a:rPr>
              <a:t>Selection of Project Experiences</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p>
          <a:p>
            <a:pPr lvl="1"/>
            <a:r>
              <a:rPr lang="en-GB" noProof="0" dirty="0">
                <a:sym typeface="Calibri" panose="020F0502020204030204" pitchFamily="34" charset="0"/>
              </a:rPr>
              <a:t>This is dummy text and not here to be read.</a:t>
            </a:r>
          </a:p>
        </p:txBody>
      </p:sp>
      <p:sp>
        <p:nvSpPr>
          <p:cNvPr id="18" name="Text Placeholder 17">
            <a:extLst>
              <a:ext uri="{FF2B5EF4-FFF2-40B4-BE49-F238E27FC236}">
                <a16:creationId xmlns:a16="http://schemas.microsoft.com/office/drawing/2014/main" id="{DD7E9092-44EB-9201-ABD7-E2C1F4223B44}"/>
              </a:ext>
            </a:extLst>
          </p:cNvPr>
          <p:cNvSpPr>
            <a:spLocks noGrp="1"/>
          </p:cNvSpPr>
          <p:nvPr>
            <p:ph type="body" sz="quarter" idx="4294967295"/>
          </p:nvPr>
        </p:nvSpPr>
        <p:spPr>
          <a:xfrm>
            <a:off x="457200" y="1876425"/>
            <a:ext cx="3383280" cy="1482725"/>
          </a:xfrm>
        </p:spPr>
        <p:txBody>
          <a:bodyPr/>
          <a:lstStyle/>
          <a:p>
            <a:r>
              <a:rPr lang="en-GB" dirty="0">
                <a:sym typeface="Calibri" panose="020F0502020204030204" pitchFamily="34" charset="0"/>
              </a:rPr>
              <a:t>Name Surname</a:t>
            </a:r>
          </a:p>
          <a:p>
            <a:r>
              <a:rPr lang="en-GB" dirty="0">
                <a:sym typeface="Calibri" panose="020F0502020204030204" pitchFamily="34" charset="0"/>
              </a:rPr>
              <a:t>Position</a:t>
            </a:r>
          </a:p>
          <a:p>
            <a:pPr lvl="1"/>
            <a:r>
              <a:rPr lang="en-GB" dirty="0">
                <a:sym typeface="Calibri" panose="020F0502020204030204" pitchFamily="34" charset="0"/>
              </a:rPr>
              <a:t>Tel.	+49 [XX XXX </a:t>
            </a:r>
            <a:r>
              <a:rPr lang="en-GB" dirty="0" err="1">
                <a:sym typeface="Calibri" panose="020F0502020204030204" pitchFamily="34" charset="0"/>
              </a:rPr>
              <a:t>XXX</a:t>
            </a:r>
            <a:r>
              <a:rPr lang="en-GB" dirty="0">
                <a:sym typeface="Calibri" panose="020F0502020204030204" pitchFamily="34" charset="0"/>
              </a:rPr>
              <a:t> XXX]</a:t>
            </a:r>
          </a:p>
          <a:p>
            <a:pPr lvl="1"/>
            <a:r>
              <a:rPr lang="en-GB" dirty="0">
                <a:sym typeface="Calibri" panose="020F0502020204030204" pitchFamily="34" charset="0"/>
              </a:rPr>
              <a:t>Mobile	+49 [XX XXX </a:t>
            </a:r>
            <a:r>
              <a:rPr lang="en-GB" dirty="0" err="1">
                <a:sym typeface="Calibri" panose="020F0502020204030204" pitchFamily="34" charset="0"/>
              </a:rPr>
              <a:t>XXX</a:t>
            </a:r>
            <a:r>
              <a:rPr lang="en-GB" dirty="0">
                <a:sym typeface="Calibri" panose="020F0502020204030204" pitchFamily="34" charset="0"/>
              </a:rPr>
              <a:t> XXX]</a:t>
            </a:r>
          </a:p>
          <a:p>
            <a:pPr lvl="1"/>
            <a:r>
              <a:rPr lang="en-GB" dirty="0">
                <a:sym typeface="Calibri" panose="020F0502020204030204" pitchFamily="34" charset="0"/>
              </a:rPr>
              <a:t>Fax	+49 [XX XXX </a:t>
            </a:r>
            <a:r>
              <a:rPr lang="en-GB" dirty="0" err="1">
                <a:sym typeface="Calibri" panose="020F0502020204030204" pitchFamily="34" charset="0"/>
              </a:rPr>
              <a:t>XXX</a:t>
            </a:r>
            <a:r>
              <a:rPr lang="en-GB" dirty="0">
                <a:sym typeface="Calibri" panose="020F0502020204030204" pitchFamily="34" charset="0"/>
              </a:rPr>
              <a:t> XXX]</a:t>
            </a:r>
          </a:p>
          <a:p>
            <a:pPr lvl="1"/>
            <a:r>
              <a:rPr lang="en-GB" dirty="0">
                <a:sym typeface="Calibri" panose="020F0502020204030204" pitchFamily="34" charset="0"/>
              </a:rPr>
              <a:t>Mail	</a:t>
            </a:r>
            <a:r>
              <a:rPr lang="en-GB" dirty="0">
                <a:sym typeface="Calibri" panose="020F0502020204030204" pitchFamily="34" charset="0"/>
                <a:hlinkClick r:id="rId3"/>
              </a:rPr>
              <a:t>xxx@email.com</a:t>
            </a:r>
            <a:endParaRPr lang="en-GB" dirty="0">
              <a:sym typeface="Calibri" panose="020F0502020204030204" pitchFamily="34" charset="0"/>
            </a:endParaRPr>
          </a:p>
          <a:p>
            <a:pPr lvl="1"/>
            <a:endParaRPr lang="en-GB" dirty="0">
              <a:sym typeface="Calibri" panose="020F0502020204030204" pitchFamily="34" charset="0"/>
            </a:endParaRPr>
          </a:p>
          <a:p>
            <a:pPr lvl="1"/>
            <a:endParaRPr lang="en-GB" dirty="0">
              <a:sym typeface="Calibri" panose="020F0502020204030204" pitchFamily="34" charset="0"/>
            </a:endParaRPr>
          </a:p>
          <a:p>
            <a:endParaRPr lang="en-GB" dirty="0"/>
          </a:p>
          <a:p>
            <a:endParaRPr lang="en-GB" dirty="0"/>
          </a:p>
          <a:p>
            <a:endParaRPr lang="en-US" dirty="0"/>
          </a:p>
        </p:txBody>
      </p:sp>
      <p:sp>
        <p:nvSpPr>
          <p:cNvPr id="19" name="Text Placeholder 18">
            <a:extLst>
              <a:ext uri="{FF2B5EF4-FFF2-40B4-BE49-F238E27FC236}">
                <a16:creationId xmlns:a16="http://schemas.microsoft.com/office/drawing/2014/main" id="{D6D2048E-930F-89B7-6835-2BC4B44E470B}"/>
              </a:ext>
            </a:extLst>
          </p:cNvPr>
          <p:cNvSpPr>
            <a:spLocks noGrp="1"/>
          </p:cNvSpPr>
          <p:nvPr>
            <p:ph type="body" sz="quarter" idx="4294967295"/>
          </p:nvPr>
        </p:nvSpPr>
        <p:spPr>
          <a:xfrm>
            <a:off x="5870448" y="1876425"/>
            <a:ext cx="3383280" cy="1482725"/>
          </a:xfrm>
        </p:spPr>
        <p:txBody>
          <a:bodyPr/>
          <a:lstStyle/>
          <a:p>
            <a:r>
              <a:rPr lang="en-GB" dirty="0">
                <a:sym typeface="Calibri" panose="020F0502020204030204" pitchFamily="34" charset="0"/>
              </a:rPr>
              <a:t>Name Surname</a:t>
            </a:r>
          </a:p>
          <a:p>
            <a:r>
              <a:rPr lang="en-GB" dirty="0">
                <a:sym typeface="Calibri" panose="020F0502020204030204" pitchFamily="34" charset="0"/>
              </a:rPr>
              <a:t>Position</a:t>
            </a:r>
          </a:p>
          <a:p>
            <a:pPr lvl="1"/>
            <a:r>
              <a:rPr lang="en-GB" dirty="0">
                <a:sym typeface="Calibri" panose="020F0502020204030204" pitchFamily="34" charset="0"/>
              </a:rPr>
              <a:t>Tel.	+49 [XX XXX </a:t>
            </a:r>
            <a:r>
              <a:rPr lang="en-GB" dirty="0" err="1">
                <a:sym typeface="Calibri" panose="020F0502020204030204" pitchFamily="34" charset="0"/>
              </a:rPr>
              <a:t>XXX</a:t>
            </a:r>
            <a:r>
              <a:rPr lang="en-GB" dirty="0">
                <a:sym typeface="Calibri" panose="020F0502020204030204" pitchFamily="34" charset="0"/>
              </a:rPr>
              <a:t> XXX]</a:t>
            </a:r>
          </a:p>
          <a:p>
            <a:pPr lvl="1"/>
            <a:r>
              <a:rPr lang="en-GB" dirty="0">
                <a:sym typeface="Calibri" panose="020F0502020204030204" pitchFamily="34" charset="0"/>
              </a:rPr>
              <a:t>Mobile	+49 [XX XXX </a:t>
            </a:r>
            <a:r>
              <a:rPr lang="en-GB" dirty="0" err="1">
                <a:sym typeface="Calibri" panose="020F0502020204030204" pitchFamily="34" charset="0"/>
              </a:rPr>
              <a:t>XXX</a:t>
            </a:r>
            <a:r>
              <a:rPr lang="en-GB" dirty="0">
                <a:sym typeface="Calibri" panose="020F0502020204030204" pitchFamily="34" charset="0"/>
              </a:rPr>
              <a:t> XXX]</a:t>
            </a:r>
          </a:p>
          <a:p>
            <a:pPr lvl="1"/>
            <a:r>
              <a:rPr lang="en-GB" dirty="0">
                <a:sym typeface="Calibri" panose="020F0502020204030204" pitchFamily="34" charset="0"/>
              </a:rPr>
              <a:t>Fax	+49 [XX XXX </a:t>
            </a:r>
            <a:r>
              <a:rPr lang="en-GB" dirty="0" err="1">
                <a:sym typeface="Calibri" panose="020F0502020204030204" pitchFamily="34" charset="0"/>
              </a:rPr>
              <a:t>XXX</a:t>
            </a:r>
            <a:r>
              <a:rPr lang="en-GB" dirty="0">
                <a:sym typeface="Calibri" panose="020F0502020204030204" pitchFamily="34" charset="0"/>
              </a:rPr>
              <a:t> XXX]</a:t>
            </a:r>
          </a:p>
          <a:p>
            <a:pPr lvl="1"/>
            <a:r>
              <a:rPr lang="en-GB" dirty="0">
                <a:sym typeface="Calibri" panose="020F0502020204030204" pitchFamily="34" charset="0"/>
              </a:rPr>
              <a:t>Mail	</a:t>
            </a:r>
            <a:r>
              <a:rPr lang="en-GB" dirty="0">
                <a:sym typeface="Calibri" panose="020F0502020204030204" pitchFamily="34" charset="0"/>
                <a:hlinkClick r:id="rId3"/>
              </a:rPr>
              <a:t>xxx@email.com</a:t>
            </a:r>
            <a:endParaRPr lang="en-GB" dirty="0">
              <a:sym typeface="Calibri" panose="020F0502020204030204" pitchFamily="34" charset="0"/>
            </a:endParaRPr>
          </a:p>
          <a:p>
            <a:pPr lvl="1"/>
            <a:endParaRPr lang="en-GB" dirty="0">
              <a:sym typeface="Calibri" panose="020F0502020204030204" pitchFamily="34" charset="0"/>
            </a:endParaRPr>
          </a:p>
          <a:p>
            <a:pPr lvl="1"/>
            <a:endParaRPr lang="en-GB" dirty="0">
              <a:sym typeface="Calibri" panose="020F0502020204030204" pitchFamily="34" charset="0"/>
            </a:endParaRPr>
          </a:p>
          <a:p>
            <a:endParaRPr lang="en-GB" dirty="0"/>
          </a:p>
          <a:p>
            <a:endParaRPr lang="en-GB" dirty="0"/>
          </a:p>
          <a:p>
            <a:endParaRPr lang="en-US" dirty="0"/>
          </a:p>
        </p:txBody>
      </p:sp>
      <p:pic>
        <p:nvPicPr>
          <p:cNvPr id="6" name="Picture 6">
            <a:extLst>
              <a:ext uri="{FF2B5EF4-FFF2-40B4-BE49-F238E27FC236}">
                <a16:creationId xmlns:a16="http://schemas.microsoft.com/office/drawing/2014/main" id="{FC5D9F18-C19E-9CF9-8EEB-0F5C4AD41C5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820" t="13670" r="52404" b="38576"/>
          <a:stretch/>
        </p:blipFill>
        <p:spPr bwMode="auto">
          <a:xfrm>
            <a:off x="9431729" y="1886175"/>
            <a:ext cx="1467919" cy="147600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460331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p:cNvSpPr>
            <a:spLocks noGrp="1"/>
          </p:cNvSpPr>
          <p:nvPr>
            <p:ph type="body" sz="quarter" idx="13"/>
          </p:nvPr>
        </p:nvSpPr>
        <p:spPr/>
        <p:txBody>
          <a:bodyPr/>
          <a:lstStyle/>
          <a:p>
            <a:r>
              <a:rPr lang="en-US" noProof="0"/>
              <a:t>Page subtitle</a:t>
            </a:r>
            <a:endParaRPr lang="en-US" noProof="0" dirty="0"/>
          </a:p>
        </p:txBody>
      </p:sp>
      <p:sp>
        <p:nvSpPr>
          <p:cNvPr id="2" name="Title 1"/>
          <p:cNvSpPr>
            <a:spLocks noGrp="1"/>
          </p:cNvSpPr>
          <p:nvPr>
            <p:ph type="title"/>
          </p:nvPr>
        </p:nvSpPr>
        <p:spPr/>
        <p:txBody>
          <a:bodyPr/>
          <a:lstStyle/>
          <a:p>
            <a:r>
              <a:rPr lang="en-US" dirty="0"/>
              <a:t>Organizational chart</a:t>
            </a:r>
            <a:endParaRPr lang="en-US" noProof="0" dirty="0"/>
          </a:p>
        </p:txBody>
      </p:sp>
      <p:sp>
        <p:nvSpPr>
          <p:cNvPr id="3" name="Content Placeholder 2">
            <a:extLst>
              <a:ext uri="{FF2B5EF4-FFF2-40B4-BE49-F238E27FC236}">
                <a16:creationId xmlns:a16="http://schemas.microsoft.com/office/drawing/2014/main" id="{BC7AEF0F-8B2A-F18D-8448-56215E8F0E65}"/>
              </a:ext>
            </a:extLst>
          </p:cNvPr>
          <p:cNvSpPr>
            <a:spLocks noGrp="1"/>
          </p:cNvSpPr>
          <p:nvPr>
            <p:ph idx="1"/>
          </p:nvPr>
        </p:nvSpPr>
        <p:spPr/>
        <p:txBody>
          <a:bodyPr/>
          <a:lstStyle/>
          <a:p>
            <a:r>
              <a:rPr lang="en-GB" dirty="0"/>
              <a:t>Chart title</a:t>
            </a:r>
          </a:p>
        </p:txBody>
      </p:sp>
      <p:grpSp>
        <p:nvGrpSpPr>
          <p:cNvPr id="5" name="Group 4"/>
          <p:cNvGrpSpPr/>
          <p:nvPr/>
        </p:nvGrpSpPr>
        <p:grpSpPr>
          <a:xfrm>
            <a:off x="1422277" y="2132410"/>
            <a:ext cx="8439149" cy="3449240"/>
            <a:chOff x="396000" y="1638000"/>
            <a:chExt cx="8361000" cy="4248000"/>
          </a:xfrm>
        </p:grpSpPr>
        <p:cxnSp>
          <p:nvCxnSpPr>
            <p:cNvPr id="22" name="Straight Connector 21"/>
            <p:cNvCxnSpPr>
              <a:stCxn id="12" idx="3"/>
              <a:endCxn id="11" idx="1"/>
            </p:cNvCxnSpPr>
            <p:nvPr/>
          </p:nvCxnSpPr>
          <p:spPr>
            <a:xfrm>
              <a:off x="3649500" y="4311000"/>
              <a:ext cx="18405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6" idx="3"/>
              <a:endCxn id="15" idx="1"/>
            </p:cNvCxnSpPr>
            <p:nvPr/>
          </p:nvCxnSpPr>
          <p:spPr>
            <a:xfrm>
              <a:off x="1962000" y="5409000"/>
              <a:ext cx="52290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6" idx="2"/>
              <a:endCxn id="9" idx="0"/>
            </p:cNvCxnSpPr>
            <p:nvPr/>
          </p:nvCxnSpPr>
          <p:spPr>
            <a:xfrm>
              <a:off x="4563000" y="2592000"/>
              <a:ext cx="9000" cy="234000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7" idx="3"/>
              <a:endCxn id="10" idx="1"/>
            </p:cNvCxnSpPr>
            <p:nvPr/>
          </p:nvCxnSpPr>
          <p:spPr>
            <a:xfrm>
              <a:off x="5346000" y="3213000"/>
              <a:ext cx="1440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780000" y="1638000"/>
              <a:ext cx="1566000" cy="9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a:solidFill>
                    <a:schemeClr val="bg1"/>
                  </a:solidFill>
                  <a:latin typeface="Aptos" panose="020B0004020202020204" pitchFamily="34" charset="0"/>
                </a:rPr>
                <a:t>Sponsor</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7" name="Rectangle 6"/>
            <p:cNvSpPr/>
            <p:nvPr/>
          </p:nvSpPr>
          <p:spPr>
            <a:xfrm>
              <a:off x="3780000" y="2736000"/>
              <a:ext cx="1566000" cy="9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a:solidFill>
                    <a:schemeClr val="bg1"/>
                  </a:solidFill>
                  <a:latin typeface="Aptos" panose="020B0004020202020204" pitchFamily="34" charset="0"/>
                </a:rPr>
                <a:t>Management</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8" name="Rectangle 7"/>
            <p:cNvSpPr/>
            <p:nvPr/>
          </p:nvSpPr>
          <p:spPr>
            <a:xfrm>
              <a:off x="3780000" y="3834000"/>
              <a:ext cx="1566000" cy="9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a:solidFill>
                    <a:schemeClr val="bg1"/>
                  </a:solidFill>
                  <a:latin typeface="Aptos" panose="020B0004020202020204" pitchFamily="34" charset="0"/>
                </a:rPr>
                <a:t>Management</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9" name="Rectangle 8"/>
            <p:cNvSpPr/>
            <p:nvPr/>
          </p:nvSpPr>
          <p:spPr>
            <a:xfrm>
              <a:off x="3789000" y="4932000"/>
              <a:ext cx="1566000" cy="9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err="1">
                  <a:solidFill>
                    <a:schemeClr val="bg1"/>
                  </a:solidFill>
                  <a:latin typeface="Aptos" panose="020B0004020202020204" pitchFamily="34" charset="0"/>
                </a:rPr>
                <a:t>Workstream</a:t>
              </a:r>
              <a:endParaRPr lang="en-GB" sz="1000" b="1" dirty="0">
                <a:solidFill>
                  <a:schemeClr val="bg1"/>
                </a:solidFill>
                <a:latin typeface="Aptos" panose="020B0004020202020204" pitchFamily="34" charset="0"/>
              </a:endParaRP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0" name="Rectangle 9"/>
            <p:cNvSpPr/>
            <p:nvPr/>
          </p:nvSpPr>
          <p:spPr>
            <a:xfrm>
              <a:off x="5490000" y="2736000"/>
              <a:ext cx="1566000" cy="9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a:solidFill>
                    <a:schemeClr val="bg1"/>
                  </a:solidFill>
                  <a:latin typeface="Aptos" panose="020B0004020202020204" pitchFamily="34" charset="0"/>
                </a:rPr>
                <a:t>QA</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1" name="Rectangle 10"/>
            <p:cNvSpPr/>
            <p:nvPr/>
          </p:nvSpPr>
          <p:spPr>
            <a:xfrm>
              <a:off x="5490000" y="3834000"/>
              <a:ext cx="1566000" cy="9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a:solidFill>
                    <a:schemeClr val="bg1"/>
                  </a:solidFill>
                  <a:latin typeface="Aptos" panose="020B0004020202020204" pitchFamily="34" charset="0"/>
                </a:rPr>
                <a:t>PMO</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2" name="Rectangle 11"/>
            <p:cNvSpPr/>
            <p:nvPr/>
          </p:nvSpPr>
          <p:spPr>
            <a:xfrm>
              <a:off x="2083500" y="3834000"/>
              <a:ext cx="1566000" cy="95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a:solidFill>
                    <a:schemeClr val="bg1"/>
                  </a:solidFill>
                  <a:latin typeface="Aptos" panose="020B0004020202020204" pitchFamily="34" charset="0"/>
                </a:rPr>
                <a:t>Subject experts</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3" name="Rectangle 12"/>
            <p:cNvSpPr/>
            <p:nvPr/>
          </p:nvSpPr>
          <p:spPr>
            <a:xfrm>
              <a:off x="2083500" y="4932000"/>
              <a:ext cx="1566000" cy="9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err="1">
                  <a:solidFill>
                    <a:schemeClr val="bg1"/>
                  </a:solidFill>
                  <a:latin typeface="Aptos" panose="020B0004020202020204" pitchFamily="34" charset="0"/>
                </a:rPr>
                <a:t>Workstream</a:t>
              </a:r>
              <a:endParaRPr lang="en-GB" sz="1000" b="1" dirty="0">
                <a:solidFill>
                  <a:schemeClr val="bg1"/>
                </a:solidFill>
                <a:latin typeface="Aptos" panose="020B0004020202020204" pitchFamily="34" charset="0"/>
              </a:endParaRP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4" name="Rectangle 13"/>
            <p:cNvSpPr/>
            <p:nvPr/>
          </p:nvSpPr>
          <p:spPr>
            <a:xfrm>
              <a:off x="5490000" y="4932000"/>
              <a:ext cx="1566000" cy="9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err="1">
                  <a:solidFill>
                    <a:schemeClr val="bg1"/>
                  </a:solidFill>
                  <a:latin typeface="Aptos" panose="020B0004020202020204" pitchFamily="34" charset="0"/>
                </a:rPr>
                <a:t>Workstream</a:t>
              </a:r>
              <a:endParaRPr lang="en-GB" sz="1000" b="1" dirty="0">
                <a:solidFill>
                  <a:schemeClr val="bg1"/>
                </a:solidFill>
                <a:latin typeface="Aptos" panose="020B0004020202020204" pitchFamily="34" charset="0"/>
              </a:endParaRP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5" name="Rectangle 14"/>
            <p:cNvSpPr/>
            <p:nvPr/>
          </p:nvSpPr>
          <p:spPr>
            <a:xfrm>
              <a:off x="7191000" y="4932000"/>
              <a:ext cx="1566000" cy="9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err="1">
                  <a:solidFill>
                    <a:schemeClr val="bg1"/>
                  </a:solidFill>
                  <a:latin typeface="Aptos" panose="020B0004020202020204" pitchFamily="34" charset="0"/>
                </a:rPr>
                <a:t>Workstream</a:t>
              </a:r>
              <a:endParaRPr lang="en-GB" sz="1000" b="1" dirty="0">
                <a:solidFill>
                  <a:schemeClr val="bg1"/>
                </a:solidFill>
                <a:latin typeface="Aptos" panose="020B0004020202020204" pitchFamily="34" charset="0"/>
              </a:endParaRP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sp>
          <p:nvSpPr>
            <p:cNvPr id="16" name="Rectangle 15"/>
            <p:cNvSpPr/>
            <p:nvPr/>
          </p:nvSpPr>
          <p:spPr>
            <a:xfrm>
              <a:off x="396000" y="4932000"/>
              <a:ext cx="1566000" cy="954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126000" tIns="72000" rIns="126000" bIns="72000" rtlCol="0" anchor="ctr" anchorCtr="0">
              <a:noAutofit/>
            </a:bodyPr>
            <a:lstStyle/>
            <a:p>
              <a:pPr>
                <a:lnSpc>
                  <a:spcPct val="110000"/>
                </a:lnSpc>
              </a:pPr>
              <a:r>
                <a:rPr lang="en-GB" sz="1000" b="1" dirty="0" err="1">
                  <a:solidFill>
                    <a:schemeClr val="bg1"/>
                  </a:solidFill>
                  <a:latin typeface="Aptos" panose="020B0004020202020204" pitchFamily="34" charset="0"/>
                </a:rPr>
                <a:t>Workstream</a:t>
              </a:r>
              <a:endParaRPr lang="en-GB" sz="1000" b="1" dirty="0">
                <a:solidFill>
                  <a:schemeClr val="bg1"/>
                </a:solidFill>
                <a:latin typeface="Aptos" panose="020B0004020202020204" pitchFamily="34" charset="0"/>
              </a:endParaRP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a:p>
              <a:pPr>
                <a:lnSpc>
                  <a:spcPct val="110000"/>
                </a:lnSpc>
              </a:pPr>
              <a:r>
                <a:rPr lang="en-GB" sz="1000" dirty="0">
                  <a:solidFill>
                    <a:schemeClr val="bg1"/>
                  </a:solidFill>
                  <a:latin typeface="Aptos" panose="020B0004020202020204" pitchFamily="34" charset="0"/>
                </a:rPr>
                <a:t>Name Surname</a:t>
              </a:r>
            </a:p>
          </p:txBody>
        </p:sp>
      </p:grpSp>
    </p:spTree>
    <p:extLst>
      <p:ext uri="{BB962C8B-B14F-4D97-AF65-F5344CB8AC3E}">
        <p14:creationId xmlns:p14="http://schemas.microsoft.com/office/powerpoint/2010/main" val="379284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sz="quarter" idx="13"/>
          </p:nvPr>
        </p:nvSpPr>
        <p:spPr/>
        <p:txBody>
          <a:bodyPr/>
          <a:lstStyle/>
          <a:p>
            <a:r>
              <a:rPr lang="en-US" noProof="0"/>
              <a:t>Example</a:t>
            </a:r>
            <a:endParaRPr lang="en-US" noProof="0" dirty="0"/>
          </a:p>
        </p:txBody>
      </p:sp>
      <p:sp>
        <p:nvSpPr>
          <p:cNvPr id="8" name="Title 7"/>
          <p:cNvSpPr>
            <a:spLocks noGrp="1"/>
          </p:cNvSpPr>
          <p:nvPr>
            <p:ph type="title"/>
          </p:nvPr>
        </p:nvSpPr>
        <p:spPr/>
        <p:txBody>
          <a:bodyPr/>
          <a:lstStyle/>
          <a:p>
            <a:r>
              <a:rPr lang="en-US" noProof="0" dirty="0"/>
              <a:t>Proposed team structure and responsibilities</a:t>
            </a:r>
          </a:p>
        </p:txBody>
      </p:sp>
      <p:sp>
        <p:nvSpPr>
          <p:cNvPr id="16" name="Content Placeholder 15">
            <a:extLst>
              <a:ext uri="{FF2B5EF4-FFF2-40B4-BE49-F238E27FC236}">
                <a16:creationId xmlns:a16="http://schemas.microsoft.com/office/drawing/2014/main" id="{7F8C0FE6-5DF3-78B7-0F0F-127DE4179BB9}"/>
              </a:ext>
            </a:extLst>
          </p:cNvPr>
          <p:cNvSpPr>
            <a:spLocks noGrp="1"/>
          </p:cNvSpPr>
          <p:nvPr>
            <p:ph idx="1"/>
          </p:nvPr>
        </p:nvSpPr>
        <p:spPr/>
        <p:txBody>
          <a:bodyPr/>
          <a:lstStyle/>
          <a:p>
            <a:r>
              <a:rPr lang="en-GB" dirty="0"/>
              <a:t>Role</a:t>
            </a:r>
          </a:p>
          <a:p>
            <a:endParaRPr lang="en-GB" dirty="0"/>
          </a:p>
        </p:txBody>
      </p:sp>
      <p:sp>
        <p:nvSpPr>
          <p:cNvPr id="18" name="Content Placeholder 17">
            <a:extLst>
              <a:ext uri="{FF2B5EF4-FFF2-40B4-BE49-F238E27FC236}">
                <a16:creationId xmlns:a16="http://schemas.microsoft.com/office/drawing/2014/main" id="{3D13CFFC-63B3-FD6D-6B62-2D3F75D5103E}"/>
              </a:ext>
            </a:extLst>
          </p:cNvPr>
          <p:cNvSpPr>
            <a:spLocks noGrp="1"/>
          </p:cNvSpPr>
          <p:nvPr>
            <p:ph sz="quarter" idx="4294967295"/>
          </p:nvPr>
        </p:nvSpPr>
        <p:spPr>
          <a:xfrm>
            <a:off x="6495617" y="1691553"/>
            <a:ext cx="4394887" cy="4284662"/>
          </a:xfrm>
        </p:spPr>
        <p:txBody>
          <a:bodyPr/>
          <a:lstStyle/>
          <a:p>
            <a:r>
              <a:rPr lang="en-GB" dirty="0"/>
              <a:t>Responsibilities</a:t>
            </a:r>
          </a:p>
          <a:p>
            <a:endParaRPr lang="en-GB" dirty="0"/>
          </a:p>
        </p:txBody>
      </p:sp>
      <p:sp>
        <p:nvSpPr>
          <p:cNvPr id="68" name="Text Placeholder 65"/>
          <p:cNvSpPr txBox="1">
            <a:spLocks/>
          </p:cNvSpPr>
          <p:nvPr/>
        </p:nvSpPr>
        <p:spPr bwMode="gray">
          <a:xfrm>
            <a:off x="6501357" y="2286365"/>
            <a:ext cx="3151960" cy="804044"/>
          </a:xfrm>
          <a:prstGeom prst="rect">
            <a:avLst/>
          </a:prstGeom>
        </p:spPr>
        <p:txBody>
          <a:bodyPr vert="horz" lIns="0" tIns="0" rIns="0" bIns="0" rtlCol="0">
            <a:noAutofit/>
          </a:bodyPr>
          <a:lstStyle/>
          <a:p>
            <a:pPr marL="177804" lvl="1" indent="-177804">
              <a:spcBef>
                <a:spcPts val="300"/>
              </a:spcBef>
              <a:buSzPct val="100000"/>
              <a:buFont typeface="Arial"/>
              <a:buChar char="•"/>
            </a:pPr>
            <a:r>
              <a:rPr lang="en-US" sz="1000" dirty="0">
                <a:latin typeface="Aptos" panose="020B0004020202020204" pitchFamily="34" charset="0"/>
              </a:rPr>
              <a:t>Make key decisions, sign-off on major deliverables and act on recommendations</a:t>
            </a:r>
          </a:p>
          <a:p>
            <a:pPr marL="177804" lvl="1" indent="-177804">
              <a:spcBef>
                <a:spcPts val="300"/>
              </a:spcBef>
              <a:buSzPct val="100000"/>
              <a:buFont typeface="Arial"/>
              <a:buChar char="•"/>
            </a:pPr>
            <a:r>
              <a:rPr lang="en-US" sz="1000" dirty="0">
                <a:latin typeface="Aptos" panose="020B0004020202020204" pitchFamily="34" charset="0"/>
              </a:rPr>
              <a:t>Identify and assign appropriate resources to the project</a:t>
            </a:r>
          </a:p>
        </p:txBody>
      </p:sp>
      <p:sp>
        <p:nvSpPr>
          <p:cNvPr id="72" name="Text Placeholder 65"/>
          <p:cNvSpPr txBox="1">
            <a:spLocks/>
          </p:cNvSpPr>
          <p:nvPr/>
        </p:nvSpPr>
        <p:spPr bwMode="gray">
          <a:xfrm>
            <a:off x="6501361" y="3183665"/>
            <a:ext cx="3151960" cy="804044"/>
          </a:xfrm>
          <a:prstGeom prst="rect">
            <a:avLst/>
          </a:prstGeom>
        </p:spPr>
        <p:txBody>
          <a:bodyPr vert="horz" lIns="0" tIns="0" rIns="0" bIns="0" rtlCol="0">
            <a:noAutofit/>
          </a:bodyPr>
          <a:lstStyle/>
          <a:p>
            <a:pPr marL="177804" lvl="1" indent="-177804">
              <a:spcBef>
                <a:spcPts val="300"/>
              </a:spcBef>
              <a:buSzPct val="100000"/>
              <a:buFont typeface="Arial"/>
              <a:buChar char="•"/>
            </a:pPr>
            <a:r>
              <a:rPr lang="en-US" sz="1000" dirty="0">
                <a:latin typeface="Aptos" panose="020B0004020202020204" pitchFamily="34" charset="0"/>
              </a:rPr>
              <a:t>Ensure objectives are met within timing and scope outlined by the Steering Committee</a:t>
            </a:r>
          </a:p>
          <a:p>
            <a:pPr marL="177804" lvl="1" indent="-177804">
              <a:spcBef>
                <a:spcPts val="300"/>
              </a:spcBef>
              <a:buSzPct val="100000"/>
              <a:buFont typeface="Arial"/>
              <a:buChar char="•"/>
            </a:pPr>
            <a:r>
              <a:rPr lang="en-US" sz="1000" dirty="0">
                <a:latin typeface="Aptos" panose="020B0004020202020204" pitchFamily="34" charset="0"/>
              </a:rPr>
              <a:t>Manage day-to-day activities — project committee</a:t>
            </a:r>
          </a:p>
        </p:txBody>
      </p:sp>
      <p:sp>
        <p:nvSpPr>
          <p:cNvPr id="73" name="Text Placeholder 65"/>
          <p:cNvSpPr txBox="1">
            <a:spLocks/>
          </p:cNvSpPr>
          <p:nvPr/>
        </p:nvSpPr>
        <p:spPr bwMode="gray">
          <a:xfrm>
            <a:off x="6501360" y="4080967"/>
            <a:ext cx="3151960" cy="804044"/>
          </a:xfrm>
          <a:prstGeom prst="rect">
            <a:avLst/>
          </a:prstGeom>
        </p:spPr>
        <p:txBody>
          <a:bodyPr vert="horz" lIns="0" tIns="0" rIns="0" bIns="0" rtlCol="0">
            <a:noAutofit/>
          </a:bodyPr>
          <a:lstStyle/>
          <a:p>
            <a:pPr marL="177804" lvl="1" indent="-177804">
              <a:spcBef>
                <a:spcPts val="300"/>
              </a:spcBef>
              <a:buSzPct val="100000"/>
              <a:buFont typeface="Arial"/>
              <a:buChar char="•"/>
            </a:pPr>
            <a:r>
              <a:rPr lang="en-US" sz="1000" dirty="0">
                <a:latin typeface="Aptos" panose="020B0004020202020204" pitchFamily="34" charset="0"/>
              </a:rPr>
              <a:t>Provide insight into ...</a:t>
            </a:r>
          </a:p>
          <a:p>
            <a:pPr marL="177804" lvl="1" indent="-177804">
              <a:spcBef>
                <a:spcPts val="300"/>
              </a:spcBef>
              <a:buSzPct val="100000"/>
              <a:buFont typeface="Arial"/>
              <a:buChar char="•"/>
            </a:pPr>
            <a:r>
              <a:rPr lang="en-US" sz="1000" dirty="0">
                <a:latin typeface="Aptos" panose="020B0004020202020204" pitchFamily="34" charset="0"/>
              </a:rPr>
              <a:t>Support team on ...</a:t>
            </a:r>
          </a:p>
        </p:txBody>
      </p:sp>
      <p:sp>
        <p:nvSpPr>
          <p:cNvPr id="74" name="Rectangle 73"/>
          <p:cNvSpPr/>
          <p:nvPr/>
        </p:nvSpPr>
        <p:spPr bwMode="gray">
          <a:xfrm>
            <a:off x="5171616" y="2286365"/>
            <a:ext cx="1192185" cy="80404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solidFill>
                  <a:schemeClr val="bg1"/>
                </a:solidFill>
                <a:latin typeface="Aptos" panose="020B0004020202020204" pitchFamily="34" charset="0"/>
              </a:rPr>
              <a:t>Steering committee</a:t>
            </a:r>
          </a:p>
        </p:txBody>
      </p:sp>
      <p:sp>
        <p:nvSpPr>
          <p:cNvPr id="75" name="Rectangle 74"/>
          <p:cNvSpPr/>
          <p:nvPr/>
        </p:nvSpPr>
        <p:spPr bwMode="gray">
          <a:xfrm>
            <a:off x="5171616" y="3183665"/>
            <a:ext cx="1192185" cy="80404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solidFill>
                  <a:schemeClr val="bg1"/>
                </a:solidFill>
                <a:latin typeface="Aptos" panose="020B0004020202020204" pitchFamily="34" charset="0"/>
              </a:rPr>
              <a:t>Project management</a:t>
            </a:r>
          </a:p>
        </p:txBody>
      </p:sp>
      <p:sp>
        <p:nvSpPr>
          <p:cNvPr id="76" name="Rectangle 75"/>
          <p:cNvSpPr/>
          <p:nvPr/>
        </p:nvSpPr>
        <p:spPr bwMode="gray">
          <a:xfrm>
            <a:off x="5171616" y="4080967"/>
            <a:ext cx="1192185" cy="80404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solidFill>
                  <a:schemeClr val="bg1"/>
                </a:solidFill>
                <a:latin typeface="Aptos" panose="020B0004020202020204" pitchFamily="34" charset="0"/>
              </a:rPr>
              <a:t>Subject experts</a:t>
            </a:r>
          </a:p>
        </p:txBody>
      </p:sp>
      <p:sp>
        <p:nvSpPr>
          <p:cNvPr id="77" name="Rectangle 76"/>
          <p:cNvSpPr/>
          <p:nvPr/>
        </p:nvSpPr>
        <p:spPr bwMode="gray">
          <a:xfrm>
            <a:off x="5171616" y="4978267"/>
            <a:ext cx="1192185" cy="80404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solidFill>
                  <a:schemeClr val="bg1"/>
                </a:solidFill>
                <a:latin typeface="Aptos" panose="020B0004020202020204" pitchFamily="34" charset="0"/>
              </a:rPr>
              <a:t>Project team</a:t>
            </a:r>
          </a:p>
        </p:txBody>
      </p:sp>
      <p:sp>
        <p:nvSpPr>
          <p:cNvPr id="78" name="Text Placeholder 65"/>
          <p:cNvSpPr txBox="1">
            <a:spLocks/>
          </p:cNvSpPr>
          <p:nvPr/>
        </p:nvSpPr>
        <p:spPr bwMode="gray">
          <a:xfrm>
            <a:off x="6501360" y="4978267"/>
            <a:ext cx="3151960" cy="804044"/>
          </a:xfrm>
          <a:prstGeom prst="rect">
            <a:avLst/>
          </a:prstGeom>
        </p:spPr>
        <p:txBody>
          <a:bodyPr vert="horz" lIns="0" tIns="0" rIns="0" bIns="0" rtlCol="0">
            <a:noAutofit/>
          </a:bodyPr>
          <a:lstStyle/>
          <a:p>
            <a:pPr marL="177804" lvl="1" indent="-177804">
              <a:spcBef>
                <a:spcPts val="300"/>
              </a:spcBef>
              <a:buSzPct val="100000"/>
              <a:buFont typeface="Arial"/>
              <a:buChar char="•"/>
            </a:pPr>
            <a:r>
              <a:rPr lang="en-US" sz="1000" dirty="0">
                <a:latin typeface="Aptos" panose="020B0004020202020204" pitchFamily="34" charset="0"/>
              </a:rPr>
              <a:t>Interface with ...</a:t>
            </a:r>
          </a:p>
          <a:p>
            <a:pPr marL="177804" lvl="1" indent="-177804">
              <a:spcBef>
                <a:spcPts val="300"/>
              </a:spcBef>
              <a:buSzPct val="100000"/>
              <a:buFont typeface="Arial"/>
              <a:buChar char="•"/>
            </a:pPr>
            <a:r>
              <a:rPr lang="en-US" sz="1000" dirty="0">
                <a:latin typeface="Aptos" panose="020B0004020202020204" pitchFamily="34" charset="0"/>
              </a:rPr>
              <a:t>Analyze ...</a:t>
            </a:r>
          </a:p>
          <a:p>
            <a:pPr marL="177804" lvl="1" indent="-177804">
              <a:spcBef>
                <a:spcPts val="300"/>
              </a:spcBef>
              <a:buSzPct val="100000"/>
              <a:buFont typeface="Arial"/>
              <a:buChar char="•"/>
            </a:pPr>
            <a:r>
              <a:rPr lang="en-US" sz="1000" dirty="0">
                <a:latin typeface="Aptos" panose="020B0004020202020204" pitchFamily="34" charset="0"/>
              </a:rPr>
              <a:t>Prepare deliverables draft recommendations</a:t>
            </a:r>
          </a:p>
        </p:txBody>
      </p:sp>
      <p:cxnSp>
        <p:nvCxnSpPr>
          <p:cNvPr id="12" name="Straight Connector 11"/>
          <p:cNvCxnSpPr/>
          <p:nvPr/>
        </p:nvCxnSpPr>
        <p:spPr>
          <a:xfrm flipV="1">
            <a:off x="2455895" y="4480728"/>
            <a:ext cx="1461089" cy="190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gray">
          <a:xfrm>
            <a:off x="3907788" y="3083801"/>
            <a:ext cx="0" cy="259004"/>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33" idx="2"/>
            <a:endCxn id="40" idx="0"/>
          </p:cNvCxnSpPr>
          <p:nvPr/>
        </p:nvCxnSpPr>
        <p:spPr bwMode="gray">
          <a:xfrm>
            <a:off x="3915910" y="3985109"/>
            <a:ext cx="0" cy="99314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bwMode="gray">
          <a:xfrm>
            <a:off x="2898333" y="4978252"/>
            <a:ext cx="2035156" cy="8040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latin typeface="Aptos" panose="020B0004020202020204" pitchFamily="34" charset="0"/>
              </a:rPr>
              <a:t>Project team</a:t>
            </a:r>
          </a:p>
          <a:p>
            <a:endParaRPr lang="en-US" sz="1000" b="1" dirty="0">
              <a:latin typeface="Aptos" panose="020B0004020202020204" pitchFamily="34" charset="0"/>
            </a:endParaRPr>
          </a:p>
          <a:p>
            <a:r>
              <a:rPr lang="en-US" sz="1000" dirty="0">
                <a:solidFill>
                  <a:schemeClr val="bg1"/>
                </a:solidFill>
                <a:latin typeface="Aptos" panose="020B0004020202020204" pitchFamily="34" charset="0"/>
              </a:rPr>
              <a:t>Name Surname</a:t>
            </a:r>
          </a:p>
          <a:p>
            <a:r>
              <a:rPr lang="en-US" sz="1000" dirty="0">
                <a:solidFill>
                  <a:schemeClr val="bg1"/>
                </a:solidFill>
                <a:latin typeface="Aptos" panose="020B0004020202020204" pitchFamily="34" charset="0"/>
              </a:rPr>
              <a:t>Name Surname</a:t>
            </a:r>
          </a:p>
        </p:txBody>
      </p:sp>
      <p:sp>
        <p:nvSpPr>
          <p:cNvPr id="31" name="Rectangle 30"/>
          <p:cNvSpPr/>
          <p:nvPr/>
        </p:nvSpPr>
        <p:spPr bwMode="gray">
          <a:xfrm>
            <a:off x="2890211" y="2286364"/>
            <a:ext cx="2035157" cy="80405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latin typeface="Aptos" panose="020B0004020202020204" pitchFamily="34" charset="0"/>
              </a:rPr>
              <a:t>Steering committee</a:t>
            </a:r>
          </a:p>
          <a:p>
            <a:endParaRPr lang="en-US" sz="1000" b="1" dirty="0">
              <a:latin typeface="Aptos" panose="020B0004020202020204" pitchFamily="34" charset="0"/>
            </a:endParaRPr>
          </a:p>
          <a:p>
            <a:r>
              <a:rPr lang="en-US" sz="1000" dirty="0">
                <a:solidFill>
                  <a:schemeClr val="bg1"/>
                </a:solidFill>
                <a:latin typeface="Aptos" panose="020B0004020202020204" pitchFamily="34" charset="0"/>
              </a:rPr>
              <a:t>Name Surname</a:t>
            </a:r>
          </a:p>
          <a:p>
            <a:r>
              <a:rPr lang="en-US" sz="1000" dirty="0">
                <a:solidFill>
                  <a:schemeClr val="bg1"/>
                </a:solidFill>
                <a:latin typeface="Aptos" panose="020B0004020202020204" pitchFamily="34" charset="0"/>
              </a:rPr>
              <a:t>Name Surname</a:t>
            </a:r>
          </a:p>
        </p:txBody>
      </p:sp>
      <p:sp>
        <p:nvSpPr>
          <p:cNvPr id="33" name="Rectangle 32"/>
          <p:cNvSpPr/>
          <p:nvPr/>
        </p:nvSpPr>
        <p:spPr bwMode="gray">
          <a:xfrm>
            <a:off x="2898333" y="3181048"/>
            <a:ext cx="2035156" cy="80405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latin typeface="Aptos" panose="020B0004020202020204" pitchFamily="34" charset="0"/>
              </a:rPr>
              <a:t>Project management</a:t>
            </a:r>
          </a:p>
          <a:p>
            <a:endParaRPr lang="en-US" sz="1000" b="1" dirty="0">
              <a:latin typeface="Aptos" panose="020B0004020202020204" pitchFamily="34" charset="0"/>
            </a:endParaRPr>
          </a:p>
          <a:p>
            <a:r>
              <a:rPr lang="en-US" sz="1000" dirty="0">
                <a:solidFill>
                  <a:schemeClr val="bg1"/>
                </a:solidFill>
                <a:latin typeface="Aptos" panose="020B0004020202020204" pitchFamily="34" charset="0"/>
              </a:rPr>
              <a:t>Name Surname</a:t>
            </a:r>
          </a:p>
          <a:p>
            <a:r>
              <a:rPr lang="en-US" sz="1000" dirty="0">
                <a:solidFill>
                  <a:schemeClr val="bg1"/>
                </a:solidFill>
                <a:latin typeface="Aptos" panose="020B0004020202020204" pitchFamily="34" charset="0"/>
              </a:rPr>
              <a:t>Name Surname</a:t>
            </a:r>
          </a:p>
        </p:txBody>
      </p:sp>
      <p:sp>
        <p:nvSpPr>
          <p:cNvPr id="34" name="Rectangle 33"/>
          <p:cNvSpPr/>
          <p:nvPr/>
        </p:nvSpPr>
        <p:spPr bwMode="gray">
          <a:xfrm>
            <a:off x="457200" y="4080803"/>
            <a:ext cx="2035156" cy="8040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lstStyle/>
          <a:p>
            <a:r>
              <a:rPr lang="en-US" sz="1000" b="1" dirty="0">
                <a:latin typeface="Aptos" panose="020B0004020202020204" pitchFamily="34" charset="0"/>
              </a:rPr>
              <a:t>Subject experts</a:t>
            </a:r>
          </a:p>
          <a:p>
            <a:endParaRPr lang="en-US" sz="1000" b="1" dirty="0">
              <a:latin typeface="Aptos" panose="020B0004020202020204" pitchFamily="34" charset="0"/>
            </a:endParaRPr>
          </a:p>
          <a:p>
            <a:r>
              <a:rPr lang="en-US" sz="1000" dirty="0">
                <a:solidFill>
                  <a:schemeClr val="bg1"/>
                </a:solidFill>
                <a:latin typeface="Aptos" panose="020B0004020202020204" pitchFamily="34" charset="0"/>
              </a:rPr>
              <a:t>Name Surname</a:t>
            </a:r>
          </a:p>
          <a:p>
            <a:r>
              <a:rPr lang="en-US" sz="1000" dirty="0">
                <a:solidFill>
                  <a:schemeClr val="bg1"/>
                </a:solidFill>
                <a:latin typeface="Aptos" panose="020B0004020202020204" pitchFamily="34" charset="0"/>
              </a:rPr>
              <a:t>Name Surname</a:t>
            </a:r>
          </a:p>
        </p:txBody>
      </p:sp>
    </p:spTree>
    <p:extLst>
      <p:ext uri="{BB962C8B-B14F-4D97-AF65-F5344CB8AC3E}">
        <p14:creationId xmlns:p14="http://schemas.microsoft.com/office/powerpoint/2010/main" val="36578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extLst>
              <p:ext uri="{D42A27DB-BD31-4B8C-83A1-F6EECF244321}">
                <p14:modId xmlns:p14="http://schemas.microsoft.com/office/powerpoint/2010/main" val="359911515"/>
              </p:ext>
            </p:extLst>
          </p:nvPr>
        </p:nvGraphicFramePr>
        <p:xfrm>
          <a:off x="1525591" y="-855662"/>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25591" y="-855662"/>
                        <a:ext cx="1587" cy="1587"/>
                      </a:xfrm>
                      <a:prstGeom prst="rect">
                        <a:avLst/>
                      </a:prstGeom>
                    </p:spPr>
                  </p:pic>
                </p:oleObj>
              </mc:Fallback>
            </mc:AlternateContent>
          </a:graphicData>
        </a:graphic>
      </p:graphicFrame>
      <p:sp>
        <p:nvSpPr>
          <p:cNvPr id="29" name="Text Placeholder 28"/>
          <p:cNvSpPr>
            <a:spLocks noGrp="1"/>
          </p:cNvSpPr>
          <p:nvPr>
            <p:ph type="body" sz="quarter" idx="13"/>
          </p:nvPr>
        </p:nvSpPr>
        <p:spPr/>
        <p:txBody>
          <a:bodyPr/>
          <a:lstStyle/>
          <a:p>
            <a:r>
              <a:rPr lang="en-US" noProof="0" dirty="0"/>
              <a:t>Page subtitle</a:t>
            </a:r>
          </a:p>
        </p:txBody>
      </p:sp>
      <p:sp>
        <p:nvSpPr>
          <p:cNvPr id="614401" name="Title 1"/>
          <p:cNvSpPr>
            <a:spLocks noGrp="1"/>
          </p:cNvSpPr>
          <p:nvPr>
            <p:ph type="title"/>
          </p:nvPr>
        </p:nvSpPr>
        <p:spPr/>
        <p:txBody>
          <a:bodyPr/>
          <a:lstStyle/>
          <a:p>
            <a:r>
              <a:rPr lang="en-US" noProof="0" dirty="0"/>
              <a:t>Team structure chart</a:t>
            </a:r>
          </a:p>
        </p:txBody>
      </p:sp>
      <p:sp>
        <p:nvSpPr>
          <p:cNvPr id="18" name="Content Placeholder 17">
            <a:extLst>
              <a:ext uri="{FF2B5EF4-FFF2-40B4-BE49-F238E27FC236}">
                <a16:creationId xmlns:a16="http://schemas.microsoft.com/office/drawing/2014/main" id="{D6751F11-F5CE-CFDB-E71C-32310F0297F3}"/>
              </a:ext>
            </a:extLst>
          </p:cNvPr>
          <p:cNvSpPr>
            <a:spLocks noGrp="1"/>
          </p:cNvSpPr>
          <p:nvPr>
            <p:ph idx="1"/>
          </p:nvPr>
        </p:nvSpPr>
        <p:spPr/>
        <p:txBody>
          <a:bodyPr/>
          <a:lstStyle/>
          <a:p>
            <a:r>
              <a:rPr lang="en-GB" dirty="0"/>
              <a:t>Chart title</a:t>
            </a:r>
          </a:p>
        </p:txBody>
      </p:sp>
      <p:grpSp>
        <p:nvGrpSpPr>
          <p:cNvPr id="16" name="Group 15">
            <a:extLst>
              <a:ext uri="{FF2B5EF4-FFF2-40B4-BE49-F238E27FC236}">
                <a16:creationId xmlns:a16="http://schemas.microsoft.com/office/drawing/2014/main" id="{351E34A4-A670-575E-FC5A-AF375CF98674}"/>
              </a:ext>
            </a:extLst>
          </p:cNvPr>
          <p:cNvGrpSpPr/>
          <p:nvPr/>
        </p:nvGrpSpPr>
        <p:grpSpPr>
          <a:xfrm>
            <a:off x="1438480" y="2125020"/>
            <a:ext cx="8445250" cy="3446224"/>
            <a:chOff x="1873375" y="2035812"/>
            <a:chExt cx="8445250" cy="3446224"/>
          </a:xfrm>
        </p:grpSpPr>
        <p:grpSp>
          <p:nvGrpSpPr>
            <p:cNvPr id="614419" name="Group 614418"/>
            <p:cNvGrpSpPr/>
            <p:nvPr/>
          </p:nvGrpSpPr>
          <p:grpSpPr>
            <a:xfrm>
              <a:off x="2273838" y="2679172"/>
              <a:ext cx="7644322" cy="2159503"/>
              <a:chOff x="787705" y="2452920"/>
              <a:chExt cx="7592772" cy="2455418"/>
            </a:xfrm>
            <a:solidFill>
              <a:srgbClr val="26890D"/>
            </a:solidFill>
          </p:grpSpPr>
          <p:cxnSp>
            <p:nvCxnSpPr>
              <p:cNvPr id="614404" name="Straight Connector 614403"/>
              <p:cNvCxnSpPr/>
              <p:nvPr/>
            </p:nvCxnSpPr>
            <p:spPr>
              <a:xfrm>
                <a:off x="1714030" y="2887218"/>
                <a:ext cx="5712904" cy="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4406" name="Straight Connector 614405"/>
              <p:cNvCxnSpPr>
                <a:endCxn id="12" idx="0"/>
              </p:cNvCxnSpPr>
              <p:nvPr/>
            </p:nvCxnSpPr>
            <p:spPr>
              <a:xfrm>
                <a:off x="7426934" y="2887218"/>
                <a:ext cx="1423" cy="2021120"/>
              </a:xfrm>
              <a:prstGeom prst="line">
                <a:avLst/>
              </a:prstGeom>
              <a:grpFill/>
              <a:ln w="63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14408" name="Straight Connector 614407"/>
              <p:cNvCxnSpPr>
                <a:endCxn id="6" idx="0"/>
              </p:cNvCxnSpPr>
              <p:nvPr/>
            </p:nvCxnSpPr>
            <p:spPr>
              <a:xfrm>
                <a:off x="1714030" y="2887218"/>
                <a:ext cx="1613" cy="20211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4410" name="Straight Connector 614409"/>
              <p:cNvCxnSpPr>
                <a:stCxn id="4" idx="2"/>
                <a:endCxn id="9" idx="0"/>
              </p:cNvCxnSpPr>
              <p:nvPr/>
            </p:nvCxnSpPr>
            <p:spPr>
              <a:xfrm>
                <a:off x="4568848" y="2452920"/>
                <a:ext cx="3152" cy="2455418"/>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4412" name="Straight Connector 614411"/>
              <p:cNvCxnSpPr>
                <a:endCxn id="5" idx="0"/>
              </p:cNvCxnSpPr>
              <p:nvPr/>
            </p:nvCxnSpPr>
            <p:spPr>
              <a:xfrm>
                <a:off x="787705" y="4462818"/>
                <a:ext cx="0" cy="4455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2667763" y="4462818"/>
                <a:ext cx="0" cy="4455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3619881" y="4462818"/>
                <a:ext cx="0" cy="4455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524119" y="4462818"/>
                <a:ext cx="0" cy="4455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480706" y="4462818"/>
                <a:ext cx="0" cy="4455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8380477" y="4462818"/>
                <a:ext cx="0" cy="44552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4414" name="Straight Connector 614413"/>
              <p:cNvCxnSpPr/>
              <p:nvPr/>
            </p:nvCxnSpPr>
            <p:spPr>
              <a:xfrm>
                <a:off x="793764" y="4462818"/>
                <a:ext cx="1873999" cy="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4416" name="Straight Connector 614415"/>
              <p:cNvCxnSpPr/>
              <p:nvPr/>
            </p:nvCxnSpPr>
            <p:spPr>
              <a:xfrm>
                <a:off x="3619881" y="4462818"/>
                <a:ext cx="1904238" cy="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614418" name="Straight Connector 614417"/>
              <p:cNvCxnSpPr/>
              <p:nvPr/>
            </p:nvCxnSpPr>
            <p:spPr>
              <a:xfrm>
                <a:off x="6476238" y="4462818"/>
                <a:ext cx="1904239" cy="0"/>
              </a:xfrm>
              <a:prstGeom prst="line">
                <a:avLst/>
              </a:prstGeom>
              <a:grpFill/>
              <a:ln w="63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Rectangle 3"/>
            <p:cNvSpPr>
              <a:spLocks noChangeArrowheads="1"/>
            </p:cNvSpPr>
            <p:nvPr/>
          </p:nvSpPr>
          <p:spPr bwMode="auto">
            <a:xfrm>
              <a:off x="5298135" y="2035812"/>
              <a:ext cx="1565034" cy="643361"/>
            </a:xfrm>
            <a:prstGeom prst="rect">
              <a:avLst/>
            </a:prstGeom>
            <a:solidFill>
              <a:schemeClr val="accent4"/>
            </a:solidFill>
            <a:ln w="19050" algn="ctr">
              <a:noFill/>
              <a:miter lim="800000"/>
              <a:headEnd type="none" w="sm" len="sm"/>
              <a:tailEnd type="none" w="sm" len="sm"/>
            </a:ln>
          </p:spPr>
          <p:txBody>
            <a:bodyPr wrap="square" lIns="88900" tIns="88900" rIns="88900" bIns="88900" anchor="ctr"/>
            <a:lstStyle/>
            <a:p>
              <a:pPr algn="ctr">
                <a:spcBef>
                  <a:spcPts val="200"/>
                </a:spcBef>
                <a:defRPr/>
              </a:pPr>
              <a:r>
                <a:rPr lang="en-GB" altLang="ja-JP" sz="1000" b="1" dirty="0">
                  <a:solidFill>
                    <a:srgbClr val="FFFFFF"/>
                  </a:solidFill>
                  <a:latin typeface="Aptos" panose="020B0004020202020204" pitchFamily="34" charset="0"/>
                  <a:ea typeface="ＭＳ Ｐゴシック" pitchFamily="50" charset="-128"/>
                  <a:cs typeface="Arial" pitchFamily="34" charset="0"/>
                </a:rPr>
                <a:t>Text</a:t>
              </a:r>
            </a:p>
          </p:txBody>
        </p:sp>
        <p:sp>
          <p:nvSpPr>
            <p:cNvPr id="5" name="Rectangle 4"/>
            <p:cNvSpPr>
              <a:spLocks noChangeArrowheads="1"/>
            </p:cNvSpPr>
            <p:nvPr/>
          </p:nvSpPr>
          <p:spPr bwMode="auto">
            <a:xfrm>
              <a:off x="1873375"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6" name="Rectangle 5"/>
            <p:cNvSpPr>
              <a:spLocks noChangeArrowheads="1"/>
            </p:cNvSpPr>
            <p:nvPr/>
          </p:nvSpPr>
          <p:spPr bwMode="auto">
            <a:xfrm>
              <a:off x="2807613"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7" name="Rectangle 6"/>
            <p:cNvSpPr>
              <a:spLocks noChangeArrowheads="1"/>
            </p:cNvSpPr>
            <p:nvPr/>
          </p:nvSpPr>
          <p:spPr bwMode="auto">
            <a:xfrm>
              <a:off x="3766196"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8" name="Rectangle 7"/>
            <p:cNvSpPr>
              <a:spLocks noChangeArrowheads="1"/>
            </p:cNvSpPr>
            <p:nvPr/>
          </p:nvSpPr>
          <p:spPr bwMode="auto">
            <a:xfrm>
              <a:off x="4724780"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9" name="Rectangle 8"/>
            <p:cNvSpPr>
              <a:spLocks noChangeArrowheads="1"/>
            </p:cNvSpPr>
            <p:nvPr/>
          </p:nvSpPr>
          <p:spPr bwMode="auto">
            <a:xfrm>
              <a:off x="5683363"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10" name="Rectangle 9"/>
            <p:cNvSpPr>
              <a:spLocks noChangeArrowheads="1"/>
            </p:cNvSpPr>
            <p:nvPr/>
          </p:nvSpPr>
          <p:spPr bwMode="auto">
            <a:xfrm>
              <a:off x="6641946"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11" name="Rectangle 10"/>
            <p:cNvSpPr>
              <a:spLocks noChangeArrowheads="1"/>
            </p:cNvSpPr>
            <p:nvPr/>
          </p:nvSpPr>
          <p:spPr bwMode="auto">
            <a:xfrm>
              <a:off x="7600529"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12" name="Rectangle 11"/>
            <p:cNvSpPr>
              <a:spLocks noChangeArrowheads="1"/>
            </p:cNvSpPr>
            <p:nvPr/>
          </p:nvSpPr>
          <p:spPr bwMode="auto">
            <a:xfrm>
              <a:off x="8559113"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sp>
          <p:nvSpPr>
            <p:cNvPr id="13" name="Rectangle 12"/>
            <p:cNvSpPr>
              <a:spLocks noChangeArrowheads="1"/>
            </p:cNvSpPr>
            <p:nvPr/>
          </p:nvSpPr>
          <p:spPr bwMode="auto">
            <a:xfrm>
              <a:off x="2423935" y="3437244"/>
              <a:ext cx="1565034" cy="643361"/>
            </a:xfrm>
            <a:prstGeom prst="rect">
              <a:avLst/>
            </a:prstGeom>
            <a:solidFill>
              <a:schemeClr val="accent3"/>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b="1" dirty="0">
                  <a:solidFill>
                    <a:srgbClr val="FFFFFF"/>
                  </a:solidFill>
                  <a:latin typeface="Aptos" panose="020B0004020202020204" pitchFamily="34" charset="0"/>
                  <a:ea typeface="ＭＳ Ｐゴシック" pitchFamily="50" charset="-128"/>
                  <a:cs typeface="Arial" pitchFamily="34" charset="0"/>
                </a:rPr>
                <a:t>Text</a:t>
              </a:r>
            </a:p>
          </p:txBody>
        </p:sp>
        <p:sp>
          <p:nvSpPr>
            <p:cNvPr id="14" name="Rectangle 13"/>
            <p:cNvSpPr>
              <a:spLocks noChangeArrowheads="1"/>
            </p:cNvSpPr>
            <p:nvPr/>
          </p:nvSpPr>
          <p:spPr bwMode="auto">
            <a:xfrm>
              <a:off x="5298135" y="3437244"/>
              <a:ext cx="1565034" cy="643361"/>
            </a:xfrm>
            <a:prstGeom prst="rect">
              <a:avLst/>
            </a:prstGeom>
            <a:solidFill>
              <a:schemeClr val="accent3"/>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b="1" dirty="0">
                  <a:solidFill>
                    <a:srgbClr val="FFFFFF"/>
                  </a:solidFill>
                  <a:latin typeface="Aptos" panose="020B0004020202020204" pitchFamily="34" charset="0"/>
                  <a:ea typeface="ＭＳ Ｐゴシック" pitchFamily="50" charset="-128"/>
                  <a:cs typeface="Arial" pitchFamily="34" charset="0"/>
                </a:rPr>
                <a:t>Text</a:t>
              </a:r>
            </a:p>
          </p:txBody>
        </p:sp>
        <p:sp>
          <p:nvSpPr>
            <p:cNvPr id="15" name="Rectangle 14"/>
            <p:cNvSpPr>
              <a:spLocks noChangeArrowheads="1"/>
            </p:cNvSpPr>
            <p:nvPr/>
          </p:nvSpPr>
          <p:spPr bwMode="auto">
            <a:xfrm>
              <a:off x="8175626" y="3437244"/>
              <a:ext cx="1565034" cy="643361"/>
            </a:xfrm>
            <a:prstGeom prst="rect">
              <a:avLst/>
            </a:prstGeom>
            <a:solidFill>
              <a:schemeClr val="accent3"/>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b="1" dirty="0">
                  <a:solidFill>
                    <a:srgbClr val="FFFFFF"/>
                  </a:solidFill>
                  <a:latin typeface="Aptos" panose="020B0004020202020204" pitchFamily="34" charset="0"/>
                  <a:ea typeface="ＭＳ Ｐゴシック" pitchFamily="50" charset="-128"/>
                  <a:cs typeface="Arial" pitchFamily="34" charset="0"/>
                </a:rPr>
                <a:t>Text</a:t>
              </a:r>
            </a:p>
          </p:txBody>
        </p:sp>
        <p:cxnSp>
          <p:nvCxnSpPr>
            <p:cNvPr id="25" name="AutoShape 24"/>
            <p:cNvCxnSpPr>
              <a:cxnSpLocks noChangeShapeType="1"/>
              <a:stCxn id="6" idx="0"/>
              <a:endCxn id="13" idx="2"/>
            </p:cNvCxnSpPr>
            <p:nvPr/>
          </p:nvCxnSpPr>
          <p:spPr bwMode="auto">
            <a:xfrm flipH="1" flipV="1">
              <a:off x="3206452" y="4080604"/>
              <a:ext cx="1624" cy="758071"/>
            </a:xfrm>
            <a:prstGeom prst="straightConnector1">
              <a:avLst/>
            </a:prstGeom>
            <a:solidFill>
              <a:srgbClr val="26890D"/>
            </a:solidFill>
            <a:ln w="9525">
              <a:solidFill>
                <a:schemeClr val="tx2"/>
              </a:solidFill>
              <a:round/>
              <a:headEnd/>
              <a:tailEnd/>
            </a:ln>
          </p:spPr>
        </p:cxnSp>
        <p:cxnSp>
          <p:nvCxnSpPr>
            <p:cNvPr id="27" name="AutoShape 26"/>
            <p:cNvCxnSpPr>
              <a:cxnSpLocks noChangeShapeType="1"/>
              <a:stCxn id="12" idx="0"/>
              <a:endCxn id="15" idx="2"/>
            </p:cNvCxnSpPr>
            <p:nvPr/>
          </p:nvCxnSpPr>
          <p:spPr bwMode="auto">
            <a:xfrm flipH="1" flipV="1">
              <a:off x="8958145" y="4080604"/>
              <a:ext cx="1433" cy="758071"/>
            </a:xfrm>
            <a:prstGeom prst="straightConnector1">
              <a:avLst/>
            </a:prstGeom>
            <a:solidFill>
              <a:srgbClr val="26890D"/>
            </a:solidFill>
            <a:ln w="9525">
              <a:solidFill>
                <a:schemeClr val="tx1">
                  <a:lumMod val="50000"/>
                  <a:lumOff val="50000"/>
                </a:schemeClr>
              </a:solidFill>
              <a:miter lim="800000"/>
              <a:headEnd/>
              <a:tailEnd/>
            </a:ln>
          </p:spPr>
        </p:cxnSp>
        <p:sp>
          <p:nvSpPr>
            <p:cNvPr id="28" name="Rectangle 27"/>
            <p:cNvSpPr>
              <a:spLocks noChangeArrowheads="1"/>
            </p:cNvSpPr>
            <p:nvPr/>
          </p:nvSpPr>
          <p:spPr bwMode="auto">
            <a:xfrm>
              <a:off x="9517696" y="4838675"/>
              <a:ext cx="800929" cy="643361"/>
            </a:xfrm>
            <a:prstGeom prst="rect">
              <a:avLst/>
            </a:prstGeom>
            <a:solidFill>
              <a:schemeClr val="bg2"/>
            </a:solidFill>
            <a:ln w="19050" algn="ctr">
              <a:noFill/>
              <a:miter lim="800000"/>
              <a:headEnd type="none" w="sm" len="sm"/>
              <a:tailEnd type="none" w="sm" len="sm"/>
            </a:ln>
          </p:spPr>
          <p:txBody>
            <a:bodyPr wrap="square" lIns="88900" tIns="88900" rIns="88900" bIns="88900" anchor="ctr"/>
            <a:lstStyle/>
            <a:p>
              <a:pPr algn="ctr">
                <a:spcBef>
                  <a:spcPts val="200"/>
                </a:spcBef>
              </a:pPr>
              <a:r>
                <a:rPr lang="en-GB" altLang="ja-JP" sz="1000" dirty="0">
                  <a:latin typeface="Aptos" panose="020B0004020202020204" pitchFamily="34" charset="0"/>
                  <a:ea typeface="ＭＳ Ｐゴシック" pitchFamily="50" charset="-128"/>
                  <a:cs typeface="Arial" pitchFamily="34" charset="0"/>
                </a:rPr>
                <a:t>Text</a:t>
              </a:r>
            </a:p>
          </p:txBody>
        </p:sp>
      </p:grpSp>
    </p:spTree>
    <p:extLst>
      <p:ext uri="{BB962C8B-B14F-4D97-AF65-F5344CB8AC3E}">
        <p14:creationId xmlns:p14="http://schemas.microsoft.com/office/powerpoint/2010/main" val="70359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US" noProof="0" dirty="0"/>
              <a:t>Page subtitle</a:t>
            </a:r>
          </a:p>
        </p:txBody>
      </p:sp>
      <p:sp>
        <p:nvSpPr>
          <p:cNvPr id="2" name="Title 1"/>
          <p:cNvSpPr>
            <a:spLocks noGrp="1"/>
          </p:cNvSpPr>
          <p:nvPr>
            <p:ph type="title"/>
          </p:nvPr>
        </p:nvSpPr>
        <p:spPr/>
        <p:txBody>
          <a:bodyPr/>
          <a:lstStyle/>
          <a:p>
            <a:r>
              <a:rPr lang="en-US" noProof="0"/>
              <a:t>Pyramid diagrams</a:t>
            </a:r>
            <a:endParaRPr lang="en-US" noProof="0" dirty="0"/>
          </a:p>
        </p:txBody>
      </p:sp>
      <p:sp>
        <p:nvSpPr>
          <p:cNvPr id="7" name="Content Placeholder 6">
            <a:extLst>
              <a:ext uri="{FF2B5EF4-FFF2-40B4-BE49-F238E27FC236}">
                <a16:creationId xmlns:a16="http://schemas.microsoft.com/office/drawing/2014/main" id="{AECAE28E-AE4B-4EAD-9196-9B24D9572498}"/>
              </a:ext>
            </a:extLst>
          </p:cNvPr>
          <p:cNvSpPr>
            <a:spLocks noGrp="1"/>
          </p:cNvSpPr>
          <p:nvPr>
            <p:ph sz="quarter" idx="10"/>
          </p:nvPr>
        </p:nvSpPr>
        <p:spPr/>
        <p:txBody>
          <a:bodyPr/>
          <a:lstStyle/>
          <a:p>
            <a:r>
              <a:rPr lang="en-GB" dirty="0"/>
              <a:t>Chart title</a:t>
            </a:r>
          </a:p>
        </p:txBody>
      </p:sp>
      <p:sp>
        <p:nvSpPr>
          <p:cNvPr id="16" name="Content Placeholder 15">
            <a:extLst>
              <a:ext uri="{FF2B5EF4-FFF2-40B4-BE49-F238E27FC236}">
                <a16:creationId xmlns:a16="http://schemas.microsoft.com/office/drawing/2014/main" id="{3D02E846-ABF0-2ED7-705A-D01DE157290E}"/>
              </a:ext>
            </a:extLst>
          </p:cNvPr>
          <p:cNvSpPr>
            <a:spLocks noGrp="1"/>
          </p:cNvSpPr>
          <p:nvPr>
            <p:ph sz="quarter" idx="20"/>
          </p:nvPr>
        </p:nvSpPr>
        <p:spPr/>
        <p:txBody>
          <a:bodyPr/>
          <a:lstStyle/>
          <a:p>
            <a:r>
              <a:rPr lang="en-GB" dirty="0"/>
              <a:t>Chart title</a:t>
            </a:r>
          </a:p>
        </p:txBody>
      </p:sp>
      <p:grpSp>
        <p:nvGrpSpPr>
          <p:cNvPr id="9" name="Group 8">
            <a:extLst>
              <a:ext uri="{FF2B5EF4-FFF2-40B4-BE49-F238E27FC236}">
                <a16:creationId xmlns:a16="http://schemas.microsoft.com/office/drawing/2014/main" id="{DD8EBBB7-B8F8-F78C-EC93-71FAF2A48AE7}"/>
              </a:ext>
            </a:extLst>
          </p:cNvPr>
          <p:cNvGrpSpPr/>
          <p:nvPr/>
        </p:nvGrpSpPr>
        <p:grpSpPr>
          <a:xfrm>
            <a:off x="682901" y="2008436"/>
            <a:ext cx="4485606" cy="3731964"/>
            <a:chOff x="374650" y="1980999"/>
            <a:chExt cx="4125912" cy="3451426"/>
          </a:xfrm>
        </p:grpSpPr>
        <p:sp>
          <p:nvSpPr>
            <p:cNvPr id="10" name="Freeform 6">
              <a:extLst>
                <a:ext uri="{FF2B5EF4-FFF2-40B4-BE49-F238E27FC236}">
                  <a16:creationId xmlns:a16="http://schemas.microsoft.com/office/drawing/2014/main" id="{63D26E85-C722-9DC6-630B-7484600164E4}"/>
                </a:ext>
              </a:extLst>
            </p:cNvPr>
            <p:cNvSpPr>
              <a:spLocks/>
            </p:cNvSpPr>
            <p:nvPr/>
          </p:nvSpPr>
          <p:spPr bwMode="gray">
            <a:xfrm>
              <a:off x="1920207" y="1980999"/>
              <a:ext cx="1031846" cy="857030"/>
            </a:xfrm>
            <a:custGeom>
              <a:avLst/>
              <a:gdLst>
                <a:gd name="T0" fmla="*/ 555625 w 699"/>
                <a:gd name="T1" fmla="*/ 0 h 611"/>
                <a:gd name="T2" fmla="*/ 0 w 699"/>
                <a:gd name="T3" fmla="*/ 969963 h 611"/>
                <a:gd name="T4" fmla="*/ 1109662 w 699"/>
                <a:gd name="T5" fmla="*/ 969963 h 611"/>
                <a:gd name="T6" fmla="*/ 555625 w 699"/>
                <a:gd name="T7" fmla="*/ 0 h 611"/>
                <a:gd name="T8" fmla="*/ 0 60000 65536"/>
                <a:gd name="T9" fmla="*/ 0 60000 65536"/>
                <a:gd name="T10" fmla="*/ 0 60000 65536"/>
                <a:gd name="T11" fmla="*/ 0 60000 65536"/>
                <a:gd name="T12" fmla="*/ 0 w 699"/>
                <a:gd name="T13" fmla="*/ 0 h 611"/>
                <a:gd name="T14" fmla="*/ 699 w 699"/>
                <a:gd name="T15" fmla="*/ 611 h 611"/>
              </a:gdLst>
              <a:ahLst/>
              <a:cxnLst>
                <a:cxn ang="T8">
                  <a:pos x="T0" y="T1"/>
                </a:cxn>
                <a:cxn ang="T9">
                  <a:pos x="T2" y="T3"/>
                </a:cxn>
                <a:cxn ang="T10">
                  <a:pos x="T4" y="T5"/>
                </a:cxn>
                <a:cxn ang="T11">
                  <a:pos x="T6" y="T7"/>
                </a:cxn>
              </a:cxnLst>
              <a:rect l="T12" t="T13" r="T14" b="T15"/>
              <a:pathLst>
                <a:path w="699" h="611">
                  <a:moveTo>
                    <a:pt x="350" y="0"/>
                  </a:moveTo>
                  <a:lnTo>
                    <a:pt x="0" y="611"/>
                  </a:lnTo>
                  <a:lnTo>
                    <a:pt x="699" y="611"/>
                  </a:lnTo>
                  <a:lnTo>
                    <a:pt x="350" y="0"/>
                  </a:lnTo>
                  <a:close/>
                </a:path>
              </a:pathLst>
            </a:custGeom>
            <a:solidFill>
              <a:schemeClr val="accent3"/>
            </a:solidFill>
            <a:ln w="12700">
              <a:noFill/>
              <a:round/>
              <a:headEnd/>
              <a:tailEnd/>
            </a:ln>
          </p:spPr>
          <p:txBody>
            <a:bodyPr lIns="0" tIns="0" rIns="0" bIns="0" anchor="ctr"/>
            <a:lstStyle/>
            <a:p>
              <a:pPr algn="ctr" eaLnBrk="0" hangingPunct="0"/>
              <a:endParaRPr lang="en-US" sz="1200" dirty="0">
                <a:latin typeface="Aptos" panose="020B0004020202020204" pitchFamily="34" charset="0"/>
              </a:endParaRPr>
            </a:p>
          </p:txBody>
        </p:sp>
        <p:sp>
          <p:nvSpPr>
            <p:cNvPr id="11" name="Freeform 7">
              <a:extLst>
                <a:ext uri="{FF2B5EF4-FFF2-40B4-BE49-F238E27FC236}">
                  <a16:creationId xmlns:a16="http://schemas.microsoft.com/office/drawing/2014/main" id="{62AD33CE-7741-C610-1FE8-157756B8DE94}"/>
                </a:ext>
              </a:extLst>
            </p:cNvPr>
            <p:cNvSpPr>
              <a:spLocks/>
            </p:cNvSpPr>
            <p:nvPr/>
          </p:nvSpPr>
          <p:spPr bwMode="gray">
            <a:xfrm>
              <a:off x="1406497" y="2834754"/>
              <a:ext cx="2063694" cy="866848"/>
            </a:xfrm>
            <a:custGeom>
              <a:avLst/>
              <a:gdLst>
                <a:gd name="T0" fmla="*/ 0 w 1398"/>
                <a:gd name="T1" fmla="*/ 981075 h 618"/>
                <a:gd name="T2" fmla="*/ 555625 w 1398"/>
                <a:gd name="T3" fmla="*/ 0 h 618"/>
                <a:gd name="T4" fmla="*/ 1662113 w 1398"/>
                <a:gd name="T5" fmla="*/ 0 h 618"/>
                <a:gd name="T6" fmla="*/ 2219325 w 1398"/>
                <a:gd name="T7" fmla="*/ 981075 h 618"/>
                <a:gd name="T8" fmla="*/ 0 w 1398"/>
                <a:gd name="T9" fmla="*/ 981075 h 618"/>
                <a:gd name="T10" fmla="*/ 0 60000 65536"/>
                <a:gd name="T11" fmla="*/ 0 60000 65536"/>
                <a:gd name="T12" fmla="*/ 0 60000 65536"/>
                <a:gd name="T13" fmla="*/ 0 60000 65536"/>
                <a:gd name="T14" fmla="*/ 0 60000 65536"/>
                <a:gd name="T15" fmla="*/ 0 w 1398"/>
                <a:gd name="T16" fmla="*/ 0 h 618"/>
                <a:gd name="T17" fmla="*/ 1398 w 1398"/>
                <a:gd name="T18" fmla="*/ 618 h 618"/>
              </a:gdLst>
              <a:ahLst/>
              <a:cxnLst>
                <a:cxn ang="T10">
                  <a:pos x="T0" y="T1"/>
                </a:cxn>
                <a:cxn ang="T11">
                  <a:pos x="T2" y="T3"/>
                </a:cxn>
                <a:cxn ang="T12">
                  <a:pos x="T4" y="T5"/>
                </a:cxn>
                <a:cxn ang="T13">
                  <a:pos x="T6" y="T7"/>
                </a:cxn>
                <a:cxn ang="T14">
                  <a:pos x="T8" y="T9"/>
                </a:cxn>
              </a:cxnLst>
              <a:rect l="T15" t="T16" r="T17" b="T18"/>
              <a:pathLst>
                <a:path w="1398" h="618">
                  <a:moveTo>
                    <a:pt x="0" y="618"/>
                  </a:moveTo>
                  <a:lnTo>
                    <a:pt x="350" y="0"/>
                  </a:lnTo>
                  <a:lnTo>
                    <a:pt x="1047" y="0"/>
                  </a:lnTo>
                  <a:lnTo>
                    <a:pt x="1398" y="618"/>
                  </a:lnTo>
                  <a:lnTo>
                    <a:pt x="0" y="618"/>
                  </a:lnTo>
                  <a:close/>
                </a:path>
              </a:pathLst>
            </a:custGeom>
            <a:solidFill>
              <a:srgbClr val="A0DCFF"/>
            </a:solidFill>
            <a:ln w="12700">
              <a:noFill/>
              <a:round/>
              <a:headEnd/>
              <a:tailEnd/>
            </a:ln>
          </p:spPr>
          <p:txBody>
            <a:bodyPr lIns="0" tIns="0" rIns="0" bIns="0" anchor="ctr"/>
            <a:lstStyle/>
            <a:p>
              <a:pPr algn="ctr" eaLnBrk="0" hangingPunct="0"/>
              <a:endParaRPr lang="en-US" sz="1200" dirty="0">
                <a:latin typeface="Aptos" panose="020B0004020202020204" pitchFamily="34" charset="0"/>
              </a:endParaRPr>
            </a:p>
          </p:txBody>
        </p:sp>
        <p:sp>
          <p:nvSpPr>
            <p:cNvPr id="12" name="Freeform 8">
              <a:extLst>
                <a:ext uri="{FF2B5EF4-FFF2-40B4-BE49-F238E27FC236}">
                  <a16:creationId xmlns:a16="http://schemas.microsoft.com/office/drawing/2014/main" id="{E79423CE-3366-32BB-EEB5-6A9A5483260A}"/>
                </a:ext>
              </a:extLst>
            </p:cNvPr>
            <p:cNvSpPr>
              <a:spLocks/>
            </p:cNvSpPr>
            <p:nvPr/>
          </p:nvSpPr>
          <p:spPr bwMode="gray">
            <a:xfrm>
              <a:off x="374650" y="4554355"/>
              <a:ext cx="4125912" cy="878070"/>
            </a:xfrm>
            <a:custGeom>
              <a:avLst/>
              <a:gdLst>
                <a:gd name="T0" fmla="*/ 0 w 2795"/>
                <a:gd name="T1" fmla="*/ 993775 h 626"/>
                <a:gd name="T2" fmla="*/ 555625 w 2795"/>
                <a:gd name="T3" fmla="*/ 0 h 626"/>
                <a:gd name="T4" fmla="*/ 3883026 w 2795"/>
                <a:gd name="T5" fmla="*/ 0 h 626"/>
                <a:gd name="T6" fmla="*/ 4437063 w 2795"/>
                <a:gd name="T7" fmla="*/ 993775 h 626"/>
                <a:gd name="T8" fmla="*/ 0 w 2795"/>
                <a:gd name="T9" fmla="*/ 993775 h 626"/>
                <a:gd name="T10" fmla="*/ 0 60000 65536"/>
                <a:gd name="T11" fmla="*/ 0 60000 65536"/>
                <a:gd name="T12" fmla="*/ 0 60000 65536"/>
                <a:gd name="T13" fmla="*/ 0 60000 65536"/>
                <a:gd name="T14" fmla="*/ 0 60000 65536"/>
                <a:gd name="T15" fmla="*/ 0 w 2795"/>
                <a:gd name="T16" fmla="*/ 0 h 626"/>
                <a:gd name="T17" fmla="*/ 2795 w 2795"/>
                <a:gd name="T18" fmla="*/ 626 h 626"/>
              </a:gdLst>
              <a:ahLst/>
              <a:cxnLst>
                <a:cxn ang="T10">
                  <a:pos x="T0" y="T1"/>
                </a:cxn>
                <a:cxn ang="T11">
                  <a:pos x="T2" y="T3"/>
                </a:cxn>
                <a:cxn ang="T12">
                  <a:pos x="T4" y="T5"/>
                </a:cxn>
                <a:cxn ang="T13">
                  <a:pos x="T6" y="T7"/>
                </a:cxn>
                <a:cxn ang="T14">
                  <a:pos x="T8" y="T9"/>
                </a:cxn>
              </a:cxnLst>
              <a:rect l="T15" t="T16" r="T17" b="T18"/>
              <a:pathLst>
                <a:path w="2795" h="626">
                  <a:moveTo>
                    <a:pt x="0" y="626"/>
                  </a:moveTo>
                  <a:lnTo>
                    <a:pt x="350" y="0"/>
                  </a:lnTo>
                  <a:lnTo>
                    <a:pt x="2446" y="0"/>
                  </a:lnTo>
                  <a:lnTo>
                    <a:pt x="2795" y="626"/>
                  </a:lnTo>
                  <a:lnTo>
                    <a:pt x="0" y="626"/>
                  </a:lnTo>
                  <a:close/>
                </a:path>
              </a:pathLst>
            </a:custGeom>
            <a:solidFill>
              <a:schemeClr val="accent4"/>
            </a:solidFill>
            <a:ln w="12700">
              <a:noFill/>
              <a:round/>
              <a:headEnd/>
              <a:tailEnd/>
            </a:ln>
          </p:spPr>
          <p:txBody>
            <a:bodyPr lIns="0" tIns="0" rIns="0" bIns="0" anchor="ctr"/>
            <a:lstStyle/>
            <a:p>
              <a:pPr algn="ctr" eaLnBrk="0" hangingPunct="0"/>
              <a:endParaRPr lang="en-US" sz="1200" dirty="0">
                <a:latin typeface="Aptos" panose="020B0004020202020204" pitchFamily="34" charset="0"/>
              </a:endParaRPr>
            </a:p>
          </p:txBody>
        </p:sp>
        <p:sp>
          <p:nvSpPr>
            <p:cNvPr id="13" name="Freeform 9">
              <a:extLst>
                <a:ext uri="{FF2B5EF4-FFF2-40B4-BE49-F238E27FC236}">
                  <a16:creationId xmlns:a16="http://schemas.microsoft.com/office/drawing/2014/main" id="{AAC20FDD-546F-6348-D40E-6AA3E2766A0B}"/>
                </a:ext>
              </a:extLst>
            </p:cNvPr>
            <p:cNvSpPr>
              <a:spLocks/>
            </p:cNvSpPr>
            <p:nvPr/>
          </p:nvSpPr>
          <p:spPr bwMode="gray">
            <a:xfrm>
              <a:off x="891312" y="3697412"/>
              <a:ext cx="3094065" cy="862641"/>
            </a:xfrm>
            <a:custGeom>
              <a:avLst/>
              <a:gdLst>
                <a:gd name="T0" fmla="*/ 0 w 2096"/>
                <a:gd name="T1" fmla="*/ 976313 h 615"/>
                <a:gd name="T2" fmla="*/ 555625 w 2096"/>
                <a:gd name="T3" fmla="*/ 0 h 615"/>
                <a:gd name="T4" fmla="*/ 2771774 w 2096"/>
                <a:gd name="T5" fmla="*/ 0 h 615"/>
                <a:gd name="T6" fmla="*/ 3327400 w 2096"/>
                <a:gd name="T7" fmla="*/ 976313 h 615"/>
                <a:gd name="T8" fmla="*/ 0 w 2096"/>
                <a:gd name="T9" fmla="*/ 976313 h 615"/>
                <a:gd name="T10" fmla="*/ 0 60000 65536"/>
                <a:gd name="T11" fmla="*/ 0 60000 65536"/>
                <a:gd name="T12" fmla="*/ 0 60000 65536"/>
                <a:gd name="T13" fmla="*/ 0 60000 65536"/>
                <a:gd name="T14" fmla="*/ 0 60000 65536"/>
                <a:gd name="T15" fmla="*/ 0 w 2096"/>
                <a:gd name="T16" fmla="*/ 0 h 615"/>
                <a:gd name="T17" fmla="*/ 2096 w 2096"/>
                <a:gd name="T18" fmla="*/ 615 h 615"/>
              </a:gdLst>
              <a:ahLst/>
              <a:cxnLst>
                <a:cxn ang="T10">
                  <a:pos x="T0" y="T1"/>
                </a:cxn>
                <a:cxn ang="T11">
                  <a:pos x="T2" y="T3"/>
                </a:cxn>
                <a:cxn ang="T12">
                  <a:pos x="T4" y="T5"/>
                </a:cxn>
                <a:cxn ang="T13">
                  <a:pos x="T6" y="T7"/>
                </a:cxn>
                <a:cxn ang="T14">
                  <a:pos x="T8" y="T9"/>
                </a:cxn>
              </a:cxnLst>
              <a:rect l="T15" t="T16" r="T17" b="T18"/>
              <a:pathLst>
                <a:path w="2096" h="615">
                  <a:moveTo>
                    <a:pt x="0" y="615"/>
                  </a:moveTo>
                  <a:lnTo>
                    <a:pt x="350" y="0"/>
                  </a:lnTo>
                  <a:lnTo>
                    <a:pt x="1746" y="0"/>
                  </a:lnTo>
                  <a:lnTo>
                    <a:pt x="2096" y="615"/>
                  </a:lnTo>
                  <a:lnTo>
                    <a:pt x="0" y="615"/>
                  </a:lnTo>
                  <a:close/>
                </a:path>
              </a:pathLst>
            </a:custGeom>
            <a:solidFill>
              <a:schemeClr val="accent6"/>
            </a:solidFill>
            <a:ln w="12700">
              <a:noFill/>
              <a:round/>
              <a:headEnd/>
              <a:tailEnd/>
            </a:ln>
          </p:spPr>
          <p:txBody>
            <a:bodyPr lIns="0" tIns="0" rIns="0" bIns="0" anchor="ctr"/>
            <a:lstStyle/>
            <a:p>
              <a:pPr algn="ctr" eaLnBrk="0" hangingPunct="0"/>
              <a:endParaRPr lang="en-US" sz="1200" dirty="0">
                <a:solidFill>
                  <a:schemeClr val="bg1"/>
                </a:solidFill>
                <a:latin typeface="Aptos" panose="020B0004020202020204" pitchFamily="34" charset="0"/>
              </a:endParaRPr>
            </a:p>
          </p:txBody>
        </p:sp>
        <p:sp>
          <p:nvSpPr>
            <p:cNvPr id="14" name="Text Box 11">
              <a:extLst>
                <a:ext uri="{FF2B5EF4-FFF2-40B4-BE49-F238E27FC236}">
                  <a16:creationId xmlns:a16="http://schemas.microsoft.com/office/drawing/2014/main" id="{2649C0E7-5FE6-BED2-1DB9-F42CE9C99DB6}"/>
                </a:ext>
              </a:extLst>
            </p:cNvPr>
            <p:cNvSpPr txBox="1">
              <a:spLocks noChangeArrowheads="1"/>
            </p:cNvSpPr>
            <p:nvPr/>
          </p:nvSpPr>
          <p:spPr bwMode="gray">
            <a:xfrm>
              <a:off x="630029" y="4627294"/>
              <a:ext cx="3619583" cy="720971"/>
            </a:xfrm>
            <a:prstGeom prst="rect">
              <a:avLst/>
            </a:prstGeom>
            <a:noFill/>
            <a:ln w="9525">
              <a:noFill/>
              <a:miter lim="800000"/>
              <a:headEnd/>
              <a:tailEnd/>
            </a:ln>
          </p:spPr>
          <p:txBody>
            <a:bodyPr lIns="0" tIns="0" rIns="0" bIns="0" anchor="ctr"/>
            <a:lstStyle/>
            <a:p>
              <a:pPr algn="ctr" eaLnBrk="0" hangingPunct="0"/>
              <a:r>
                <a:rPr lang="en-US" sz="1200" dirty="0">
                  <a:solidFill>
                    <a:schemeClr val="bg1"/>
                  </a:solidFill>
                  <a:latin typeface="Aptos" panose="020B0004020202020204" pitchFamily="34" charset="0"/>
                </a:rPr>
                <a:t>Text</a:t>
              </a:r>
            </a:p>
          </p:txBody>
        </p:sp>
        <p:sp>
          <p:nvSpPr>
            <p:cNvPr id="15" name="Text Box 15">
              <a:extLst>
                <a:ext uri="{FF2B5EF4-FFF2-40B4-BE49-F238E27FC236}">
                  <a16:creationId xmlns:a16="http://schemas.microsoft.com/office/drawing/2014/main" id="{273FDCC1-18B1-8FAC-C0E1-FAFC8DAC1134}"/>
                </a:ext>
              </a:extLst>
            </p:cNvPr>
            <p:cNvSpPr txBox="1">
              <a:spLocks noChangeArrowheads="1"/>
            </p:cNvSpPr>
            <p:nvPr/>
          </p:nvSpPr>
          <p:spPr bwMode="gray">
            <a:xfrm>
              <a:off x="1279546" y="3775815"/>
              <a:ext cx="2320548" cy="720971"/>
            </a:xfrm>
            <a:prstGeom prst="rect">
              <a:avLst/>
            </a:prstGeom>
            <a:noFill/>
            <a:ln w="9525">
              <a:noFill/>
              <a:miter lim="800000"/>
              <a:headEnd/>
              <a:tailEnd/>
            </a:ln>
          </p:spPr>
          <p:txBody>
            <a:bodyPr lIns="0" tIns="0" rIns="0" bIns="0" anchor="ctr"/>
            <a:lstStyle/>
            <a:p>
              <a:pPr algn="ctr" eaLnBrk="0" hangingPunct="0"/>
              <a:r>
                <a:rPr lang="en-US" sz="1200" dirty="0">
                  <a:solidFill>
                    <a:schemeClr val="bg1"/>
                  </a:solidFill>
                  <a:latin typeface="Aptos" panose="020B0004020202020204" pitchFamily="34" charset="0"/>
                </a:rPr>
                <a:t>Text</a:t>
              </a:r>
            </a:p>
          </p:txBody>
        </p:sp>
        <p:sp>
          <p:nvSpPr>
            <p:cNvPr id="25" name="Text Box 16">
              <a:extLst>
                <a:ext uri="{FF2B5EF4-FFF2-40B4-BE49-F238E27FC236}">
                  <a16:creationId xmlns:a16="http://schemas.microsoft.com/office/drawing/2014/main" id="{10F8745A-B1B2-F9A0-9D01-6C1915C20D00}"/>
                </a:ext>
              </a:extLst>
            </p:cNvPr>
            <p:cNvSpPr txBox="1">
              <a:spLocks noChangeArrowheads="1"/>
            </p:cNvSpPr>
            <p:nvPr/>
          </p:nvSpPr>
          <p:spPr bwMode="gray">
            <a:xfrm>
              <a:off x="1738636" y="2880736"/>
              <a:ext cx="1402367" cy="720971"/>
            </a:xfrm>
            <a:prstGeom prst="rect">
              <a:avLst/>
            </a:prstGeom>
            <a:noFill/>
            <a:ln w="9525">
              <a:noFill/>
              <a:miter lim="800000"/>
              <a:headEnd/>
              <a:tailEnd/>
            </a:ln>
          </p:spPr>
          <p:txBody>
            <a:bodyPr lIns="0" tIns="0" rIns="0" bIns="0" anchor="ctr"/>
            <a:lstStyle/>
            <a:p>
              <a:pPr algn="ctr" eaLnBrk="0" hangingPunct="0"/>
              <a:r>
                <a:rPr lang="en-US" sz="1200" dirty="0">
                  <a:latin typeface="Aptos" panose="020B0004020202020204" pitchFamily="34" charset="0"/>
                </a:rPr>
                <a:t>Text</a:t>
              </a:r>
            </a:p>
          </p:txBody>
        </p:sp>
        <p:sp>
          <p:nvSpPr>
            <p:cNvPr id="26" name="Text Box 17">
              <a:extLst>
                <a:ext uri="{FF2B5EF4-FFF2-40B4-BE49-F238E27FC236}">
                  <a16:creationId xmlns:a16="http://schemas.microsoft.com/office/drawing/2014/main" id="{215FBCE2-9FBF-0DFA-BED2-489DDFEA581D}"/>
                </a:ext>
              </a:extLst>
            </p:cNvPr>
            <p:cNvSpPr txBox="1">
              <a:spLocks noChangeArrowheads="1"/>
            </p:cNvSpPr>
            <p:nvPr/>
          </p:nvSpPr>
          <p:spPr bwMode="gray">
            <a:xfrm>
              <a:off x="1905445" y="2255513"/>
              <a:ext cx="1068751" cy="475504"/>
            </a:xfrm>
            <a:prstGeom prst="rect">
              <a:avLst/>
            </a:prstGeom>
            <a:noFill/>
            <a:ln w="9525">
              <a:noFill/>
              <a:miter lim="800000"/>
              <a:headEnd/>
              <a:tailEnd/>
            </a:ln>
          </p:spPr>
          <p:txBody>
            <a:bodyPr lIns="0" tIns="0" rIns="0" bIns="0" anchor="ctr"/>
            <a:lstStyle/>
            <a:p>
              <a:pPr algn="ctr" eaLnBrk="0" hangingPunct="0"/>
              <a:r>
                <a:rPr lang="en-US" sz="1200" dirty="0">
                  <a:solidFill>
                    <a:schemeClr val="bg1"/>
                  </a:solidFill>
                  <a:latin typeface="Aptos" panose="020B0004020202020204" pitchFamily="34" charset="0"/>
                </a:rPr>
                <a:t>Text</a:t>
              </a:r>
            </a:p>
          </p:txBody>
        </p:sp>
      </p:grpSp>
      <p:grpSp>
        <p:nvGrpSpPr>
          <p:cNvPr id="27" name="Group 26">
            <a:extLst>
              <a:ext uri="{FF2B5EF4-FFF2-40B4-BE49-F238E27FC236}">
                <a16:creationId xmlns:a16="http://schemas.microsoft.com/office/drawing/2014/main" id="{94D7EEF9-A715-A534-045E-17A1716F5DB6}"/>
              </a:ext>
            </a:extLst>
          </p:cNvPr>
          <p:cNvGrpSpPr/>
          <p:nvPr/>
        </p:nvGrpSpPr>
        <p:grpSpPr>
          <a:xfrm>
            <a:off x="6297534" y="2022597"/>
            <a:ext cx="4499681" cy="3707645"/>
            <a:chOff x="4701964" y="2002368"/>
            <a:chExt cx="4013183" cy="3399668"/>
          </a:xfrm>
        </p:grpSpPr>
        <p:sp>
          <p:nvSpPr>
            <p:cNvPr id="34" name="AutoShape 3">
              <a:extLst>
                <a:ext uri="{FF2B5EF4-FFF2-40B4-BE49-F238E27FC236}">
                  <a16:creationId xmlns:a16="http://schemas.microsoft.com/office/drawing/2014/main" id="{A407FB57-8AD7-795A-DF13-94A889FBFBE7}"/>
                </a:ext>
              </a:extLst>
            </p:cNvPr>
            <p:cNvSpPr>
              <a:spLocks noChangeArrowheads="1"/>
            </p:cNvSpPr>
            <p:nvPr/>
          </p:nvSpPr>
          <p:spPr bwMode="gray">
            <a:xfrm>
              <a:off x="4701964" y="3694186"/>
              <a:ext cx="2015944" cy="1707850"/>
            </a:xfrm>
            <a:prstGeom prst="triangle">
              <a:avLst>
                <a:gd name="adj" fmla="val 50000"/>
              </a:avLst>
            </a:prstGeom>
            <a:solidFill>
              <a:srgbClr val="A0DCFF"/>
            </a:solidFill>
            <a:ln w="28575">
              <a:noFill/>
              <a:miter lim="800000"/>
              <a:headEnd/>
              <a:tailEnd/>
            </a:ln>
            <a:effectLst/>
          </p:spPr>
          <p:txBody>
            <a:bodyPr wrap="square" lIns="91440" tIns="91440" rIns="91440" bIns="91440" anchor="ctr"/>
            <a:lstStyle/>
            <a:p>
              <a:pPr algn="ctr"/>
              <a:r>
                <a:rPr lang="en-US" sz="1200" dirty="0">
                  <a:latin typeface="Aptos" panose="020B0004020202020204" pitchFamily="34" charset="0"/>
                </a:rPr>
                <a:t>Text</a:t>
              </a:r>
            </a:p>
          </p:txBody>
        </p:sp>
        <p:sp>
          <p:nvSpPr>
            <p:cNvPr id="35" name="AutoShape 4">
              <a:extLst>
                <a:ext uri="{FF2B5EF4-FFF2-40B4-BE49-F238E27FC236}">
                  <a16:creationId xmlns:a16="http://schemas.microsoft.com/office/drawing/2014/main" id="{8B10EEA7-0E21-2040-656D-74AF3D34E5CF}"/>
                </a:ext>
              </a:extLst>
            </p:cNvPr>
            <p:cNvSpPr>
              <a:spLocks noChangeArrowheads="1"/>
            </p:cNvSpPr>
            <p:nvPr/>
          </p:nvSpPr>
          <p:spPr bwMode="gray">
            <a:xfrm>
              <a:off x="6699203" y="3708333"/>
              <a:ext cx="2015944" cy="1693703"/>
            </a:xfrm>
            <a:prstGeom prst="triangle">
              <a:avLst>
                <a:gd name="adj" fmla="val 50000"/>
              </a:avLst>
            </a:prstGeom>
            <a:solidFill>
              <a:srgbClr val="A0DCFF"/>
            </a:solidFill>
            <a:ln w="28575">
              <a:noFill/>
              <a:miter lim="800000"/>
              <a:headEnd/>
              <a:tailEnd/>
            </a:ln>
            <a:effectLst/>
          </p:spPr>
          <p:txBody>
            <a:bodyPr wrap="square" lIns="91440" tIns="91440" rIns="91440" bIns="91440" anchor="ctr"/>
            <a:lstStyle/>
            <a:p>
              <a:pPr algn="ctr"/>
              <a:r>
                <a:rPr lang="en-US" sz="1200" dirty="0">
                  <a:latin typeface="Aptos" panose="020B0004020202020204" pitchFamily="34" charset="0"/>
                </a:rPr>
                <a:t>Text</a:t>
              </a:r>
            </a:p>
          </p:txBody>
        </p:sp>
        <p:sp>
          <p:nvSpPr>
            <p:cNvPr id="36" name="AutoShape 5">
              <a:extLst>
                <a:ext uri="{FF2B5EF4-FFF2-40B4-BE49-F238E27FC236}">
                  <a16:creationId xmlns:a16="http://schemas.microsoft.com/office/drawing/2014/main" id="{BF14E6BF-D601-7477-990E-6B58C9765FA7}"/>
                </a:ext>
              </a:extLst>
            </p:cNvPr>
            <p:cNvSpPr>
              <a:spLocks noChangeArrowheads="1"/>
            </p:cNvSpPr>
            <p:nvPr/>
          </p:nvSpPr>
          <p:spPr bwMode="gray">
            <a:xfrm>
              <a:off x="5697625" y="2002368"/>
              <a:ext cx="2017537" cy="1703850"/>
            </a:xfrm>
            <a:prstGeom prst="triangle">
              <a:avLst>
                <a:gd name="adj" fmla="val 50000"/>
              </a:avLst>
            </a:prstGeom>
            <a:solidFill>
              <a:srgbClr val="A0DCFF"/>
            </a:solidFill>
            <a:ln w="28575">
              <a:noFill/>
              <a:miter lim="800000"/>
              <a:headEnd/>
              <a:tailEnd/>
            </a:ln>
            <a:effectLst/>
          </p:spPr>
          <p:txBody>
            <a:bodyPr wrap="square" lIns="91440" tIns="91440" rIns="91440" bIns="91440" anchor="ctr"/>
            <a:lstStyle/>
            <a:p>
              <a:pPr algn="ctr"/>
              <a:r>
                <a:rPr lang="en-US" sz="1200" dirty="0">
                  <a:latin typeface="Aptos" panose="020B0004020202020204" pitchFamily="34" charset="0"/>
                </a:rPr>
                <a:t>Text</a:t>
              </a:r>
            </a:p>
          </p:txBody>
        </p:sp>
        <p:sp>
          <p:nvSpPr>
            <p:cNvPr id="37" name="AutoShape 6">
              <a:extLst>
                <a:ext uri="{FF2B5EF4-FFF2-40B4-BE49-F238E27FC236}">
                  <a16:creationId xmlns:a16="http://schemas.microsoft.com/office/drawing/2014/main" id="{99BE12EB-85F1-D265-B300-81CA3C73FFBD}"/>
                </a:ext>
              </a:extLst>
            </p:cNvPr>
            <p:cNvSpPr>
              <a:spLocks noChangeArrowheads="1"/>
            </p:cNvSpPr>
            <p:nvPr/>
          </p:nvSpPr>
          <p:spPr bwMode="gray">
            <a:xfrm flipV="1">
              <a:off x="5697625" y="3706217"/>
              <a:ext cx="2017537" cy="1680037"/>
            </a:xfrm>
            <a:prstGeom prst="triangle">
              <a:avLst>
                <a:gd name="adj" fmla="val 50000"/>
              </a:avLst>
            </a:prstGeom>
            <a:solidFill>
              <a:schemeClr val="accent3"/>
            </a:solidFill>
            <a:ln w="28575">
              <a:noFill/>
              <a:miter lim="800000"/>
              <a:headEnd/>
              <a:tailEnd/>
            </a:ln>
            <a:effectLst/>
          </p:spPr>
          <p:txBody>
            <a:bodyPr rot="10800000" wrap="square" lIns="91440" tIns="91440" rIns="91440" bIns="91440" anchor="ctr"/>
            <a:lstStyle/>
            <a:p>
              <a:pPr algn="ctr"/>
              <a:r>
                <a:rPr lang="en-US" sz="1200" dirty="0">
                  <a:solidFill>
                    <a:schemeClr val="bg1"/>
                  </a:solidFill>
                  <a:latin typeface="Aptos" panose="020B0004020202020204" pitchFamily="34" charset="0"/>
                </a:rPr>
                <a:t>Text</a:t>
              </a:r>
            </a:p>
          </p:txBody>
        </p:sp>
      </p:grpSp>
    </p:spTree>
    <p:extLst>
      <p:ext uri="{BB962C8B-B14F-4D97-AF65-F5344CB8AC3E}">
        <p14:creationId xmlns:p14="http://schemas.microsoft.com/office/powerpoint/2010/main" val="356193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US" noProof="0"/>
              <a:t>Page subtitle</a:t>
            </a:r>
            <a:endParaRPr lang="en-US" noProof="0" dirty="0"/>
          </a:p>
        </p:txBody>
      </p:sp>
      <p:sp>
        <p:nvSpPr>
          <p:cNvPr id="3" name="Title 2"/>
          <p:cNvSpPr>
            <a:spLocks noGrp="1"/>
          </p:cNvSpPr>
          <p:nvPr>
            <p:ph type="title"/>
          </p:nvPr>
        </p:nvSpPr>
        <p:spPr/>
        <p:txBody>
          <a:bodyPr/>
          <a:lstStyle/>
          <a:p>
            <a:r>
              <a:rPr lang="en-US" noProof="0" dirty="0"/>
              <a:t>Quotation boxes</a:t>
            </a:r>
          </a:p>
        </p:txBody>
      </p:sp>
      <p:sp>
        <p:nvSpPr>
          <p:cNvPr id="7" name="Rectangular Callout 6"/>
          <p:cNvSpPr/>
          <p:nvPr/>
        </p:nvSpPr>
        <p:spPr bwMode="gray">
          <a:xfrm>
            <a:off x="989904" y="1914985"/>
            <a:ext cx="3582031" cy="1296590"/>
          </a:xfrm>
          <a:prstGeom prst="wedgeRectCallout">
            <a:avLst>
              <a:gd name="adj1" fmla="val 70017"/>
              <a:gd name="adj2" fmla="val 3316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en-US" sz="1600" dirty="0">
                <a:latin typeface="Aptos" panose="020B0004020202020204" pitchFamily="34" charset="0"/>
              </a:rPr>
              <a:t>This is dummy text it is not here to be read it is here to show how this document will look when populated with real text. </a:t>
            </a:r>
          </a:p>
        </p:txBody>
      </p:sp>
      <p:sp>
        <p:nvSpPr>
          <p:cNvPr id="8" name="Rectangular Callout 7"/>
          <p:cNvSpPr/>
          <p:nvPr/>
        </p:nvSpPr>
        <p:spPr bwMode="gray">
          <a:xfrm>
            <a:off x="3800790" y="3685306"/>
            <a:ext cx="3000396" cy="1645523"/>
          </a:xfrm>
          <a:prstGeom prst="wedgeRectCallout">
            <a:avLst>
              <a:gd name="adj1" fmla="val 33700"/>
              <a:gd name="adj2" fmla="val 7296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en-US" sz="1600" dirty="0">
                <a:latin typeface="Aptos" panose="020B0004020202020204" pitchFamily="34" charset="0"/>
              </a:rPr>
              <a:t>This is dummy text it is not here to be read it is here to show how this document will look when populated.</a:t>
            </a:r>
          </a:p>
        </p:txBody>
      </p:sp>
      <p:sp>
        <p:nvSpPr>
          <p:cNvPr id="9" name="Rectangular Callout 8"/>
          <p:cNvSpPr/>
          <p:nvPr/>
        </p:nvSpPr>
        <p:spPr bwMode="gray">
          <a:xfrm>
            <a:off x="7337997" y="2234010"/>
            <a:ext cx="3087121" cy="3096816"/>
          </a:xfrm>
          <a:prstGeom prst="wedgeRectCallout">
            <a:avLst>
              <a:gd name="adj1" fmla="val -32690"/>
              <a:gd name="adj2" fmla="val 6212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chorCtr="0"/>
          <a:lstStyle/>
          <a:p>
            <a:r>
              <a:rPr lang="en-US" sz="1600" dirty="0">
                <a:latin typeface="Aptos" panose="020B0004020202020204" pitchFamily="34" charset="0"/>
              </a:rPr>
              <a:t>This is dummy text it is not here to be read it is here to show how this document will look when populated with real text. This is dummy text it is not here to be read it is here to show how this document will look</a:t>
            </a:r>
          </a:p>
        </p:txBody>
      </p:sp>
    </p:spTree>
    <p:extLst>
      <p:ext uri="{BB962C8B-B14F-4D97-AF65-F5344CB8AC3E}">
        <p14:creationId xmlns:p14="http://schemas.microsoft.com/office/powerpoint/2010/main" val="233583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[To find the current required language, visit </a:t>
            </a:r>
            <a:r>
              <a:rPr lang="en-US" sz="800" u="sng" dirty="0">
                <a:solidFill>
                  <a:srgbClr val="00A3E0"/>
                </a:solidFill>
                <a:effectLst/>
                <a:latin typeface="Aptos" panose="020B000402020202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DTTL Language and Style Guide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[Insert the Standard legal description]</a:t>
            </a:r>
            <a:br>
              <a:rPr lang="en-US" sz="800" dirty="0">
                <a:effectLst/>
                <a:latin typeface="Aptos" panose="020B0004020202020204" pitchFamily="34" charset="0"/>
                <a:ea typeface="Calibri" panose="020F0502020204030204" pitchFamily="34" charset="0"/>
                <a:cs typeface="Times New Roman" panose="02020603050405020304" pitchFamily="18" charset="0"/>
              </a:rPr>
            </a:br>
            <a:r>
              <a:rPr lang="en-US" sz="800" dirty="0">
                <a:effectLst/>
                <a:latin typeface="Aptos" panose="020B0004020202020204" pitchFamily="34" charset="0"/>
                <a:ea typeface="Calibri" panose="020F0502020204030204" pitchFamily="34" charset="0"/>
                <a:cs typeface="Times New Roman" panose="02020603050405020304" pitchFamily="18" charset="0"/>
              </a:rPr>
              <a:t>Caption vel </a:t>
            </a:r>
            <a:r>
              <a:rPr lang="en-US" sz="800" dirty="0" err="1">
                <a:effectLst/>
                <a:latin typeface="Aptos" panose="020B0004020202020204" pitchFamily="34" charset="0"/>
                <a:ea typeface="Calibri" panose="020F0502020204030204" pitchFamily="34" charset="0"/>
                <a:cs typeface="Times New Roman" panose="02020603050405020304" pitchFamily="18" charset="0"/>
              </a:rPr>
              <a:t>doloreet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wisit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acincil</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iquatem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dio</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odigna</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feugiamcommy</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nim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vulput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adip</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exerosto</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essi</a:t>
            </a:r>
            <a:r>
              <a:rPr lang="en-US" sz="800" dirty="0">
                <a:effectLst/>
                <a:latin typeface="Aptos" panose="020B0004020202020204" pitchFamily="34" charset="0"/>
                <a:ea typeface="Calibri" panose="020F0502020204030204" pitchFamily="34" charset="0"/>
                <a:cs typeface="Times New Roman" panose="02020603050405020304" pitchFamily="18" charset="0"/>
              </a:rPr>
              <a:t>. Rud min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ver</a:t>
            </a:r>
            <a:r>
              <a:rPr lang="en-US" sz="800" dirty="0">
                <a:effectLst/>
                <a:latin typeface="Aptos" panose="020B0004020202020204" pitchFamily="34" charset="0"/>
                <a:ea typeface="Calibri" panose="020F0502020204030204" pitchFamily="34" charset="0"/>
                <a:cs typeface="Times New Roman" panose="02020603050405020304" pitchFamily="18" charset="0"/>
              </a:rPr>
              <a:t> sed magna ate tat,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vendigna</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conulputat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Ulput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pratie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ming</a:t>
            </a:r>
            <a:r>
              <a:rPr lang="en-US" sz="800" dirty="0">
                <a:effectLst/>
                <a:latin typeface="Aptos" panose="020B0004020202020204" pitchFamily="34" charset="0"/>
                <a:ea typeface="Calibri" panose="020F0502020204030204" pitchFamily="34" charset="0"/>
                <a:cs typeface="Times New Roman" panose="02020603050405020304" pitchFamily="18" charset="0"/>
              </a:rPr>
              <a:t> et,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commy</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nos</a:t>
            </a:r>
            <a:r>
              <a:rPr lang="en-US" sz="800" dirty="0">
                <a:effectLst/>
                <a:latin typeface="Aptos" panose="020B0004020202020204" pitchFamily="34" charset="0"/>
                <a:ea typeface="Calibri" panose="020F0502020204030204" pitchFamily="34" charset="0"/>
                <a:cs typeface="Times New Roman" panose="02020603050405020304" pitchFamily="18" charset="0"/>
              </a:rPr>
              <a:t> et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nim</a:t>
            </a:r>
            <a:r>
              <a:rPr lang="en-US" sz="800" dirty="0">
                <a:effectLst/>
                <a:latin typeface="Aptos" panose="020B0004020202020204" pitchFamily="34" charset="0"/>
                <a:ea typeface="Calibri" panose="020F0502020204030204" pitchFamily="34" charset="0"/>
                <a:cs typeface="Times New Roman" panose="02020603050405020304" pitchFamily="18" charset="0"/>
              </a:rPr>
              <a:t> il et at. Ut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aliquipit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amcommy</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nullaore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endrem</a:t>
            </a:r>
            <a:r>
              <a:rPr lang="en-US" sz="800" dirty="0">
                <a:effectLst/>
                <a:latin typeface="Aptos" panose="020B0004020202020204" pitchFamily="34" charset="0"/>
                <a:ea typeface="Calibri" panose="020F0502020204030204" pitchFamily="34" charset="0"/>
                <a:cs typeface="Times New Roman" panose="02020603050405020304" pitchFamily="18" charset="0"/>
              </a:rPr>
              <a:t> er </a:t>
            </a:r>
            <a:r>
              <a:rPr lang="en-US" sz="800" dirty="0" err="1">
                <a:effectLst/>
                <a:latin typeface="Aptos" panose="020B0004020202020204" pitchFamily="34" charset="0"/>
                <a:ea typeface="Calibri" panose="020F0502020204030204" pitchFamily="34" charset="0"/>
                <a:cs typeface="Times New Roman" panose="02020603050405020304" pitchFamily="18" charset="0"/>
              </a:rPr>
              <a:t>incilla</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conse</a:t>
            </a:r>
            <a:r>
              <a:rPr lang="en-US" sz="800" dirty="0">
                <a:effectLst/>
                <a:latin typeface="Aptos" panose="020B0004020202020204" pitchFamily="34" charset="0"/>
                <a:ea typeface="Calibri" panose="020F0502020204030204" pitchFamily="34" charset="0"/>
                <a:cs typeface="Times New Roman" panose="02020603050405020304" pitchFamily="18" charset="0"/>
              </a:rPr>
              <a:t> feu </a:t>
            </a:r>
            <a:r>
              <a:rPr lang="en-US" sz="800" dirty="0" err="1">
                <a:effectLst/>
                <a:latin typeface="Aptos" panose="020B0004020202020204" pitchFamily="34" charset="0"/>
                <a:ea typeface="Calibri" panose="020F0502020204030204" pitchFamily="34" charset="0"/>
                <a:cs typeface="Times New Roman" panose="02020603050405020304" pitchFamily="18" charset="0"/>
              </a:rPr>
              <a:t>facin</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venisi</a:t>
            </a:r>
            <a:r>
              <a:rPr lang="en-US" sz="800" dirty="0">
                <a:effectLst/>
                <a:latin typeface="Aptos" panose="020B0004020202020204" pitchFamily="34" charset="0"/>
                <a:ea typeface="Calibri" panose="020F0502020204030204" pitchFamily="34" charset="0"/>
                <a:cs typeface="Times New Roman" panose="02020603050405020304" pitchFamily="18" charset="0"/>
              </a:rPr>
              <a:t>.</a:t>
            </a:r>
            <a:br>
              <a:rPr lang="en-US" sz="800" dirty="0">
                <a:effectLst/>
                <a:latin typeface="Aptos" panose="020B0004020202020204" pitchFamily="34" charset="0"/>
                <a:ea typeface="Calibri" panose="020F0502020204030204" pitchFamily="34" charset="0"/>
                <a:cs typeface="Times New Roman" panose="02020603050405020304" pitchFamily="18" charset="0"/>
              </a:rPr>
            </a:br>
            <a:endParaRPr lang="en-US" sz="800" dirty="0">
              <a:effectLst/>
              <a:latin typeface="Aptos" panose="020B000402020202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[Insert the Deloitte local profile]</a:t>
            </a:r>
            <a:br>
              <a:rPr lang="en-US" sz="800" dirty="0">
                <a:effectLst/>
                <a:latin typeface="Aptos" panose="020B0004020202020204" pitchFamily="34" charset="0"/>
                <a:ea typeface="Calibri" panose="020F0502020204030204" pitchFamily="34" charset="0"/>
                <a:cs typeface="Times New Roman" panose="02020603050405020304" pitchFamily="18" charset="0"/>
              </a:rPr>
            </a:br>
            <a:r>
              <a:rPr lang="en-US" sz="800" dirty="0">
                <a:effectLst/>
                <a:latin typeface="Aptos" panose="020B0004020202020204" pitchFamily="34" charset="0"/>
                <a:ea typeface="Calibri" panose="020F0502020204030204" pitchFamily="34" charset="0"/>
                <a:cs typeface="Times New Roman" panose="02020603050405020304" pitchFamily="18" charset="0"/>
              </a:rPr>
              <a:t>Met prat,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venim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estrud</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modignibh</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eumsan</a:t>
            </a:r>
            <a:r>
              <a:rPr lang="en-US" sz="800" dirty="0">
                <a:effectLst/>
                <a:latin typeface="Aptos" panose="020B0004020202020204" pitchFamily="34" charset="0"/>
                <a:ea typeface="Calibri" panose="020F0502020204030204" pitchFamily="34" charset="0"/>
                <a:cs typeface="Times New Roman" panose="02020603050405020304" pitchFamily="18" charset="0"/>
              </a:rPr>
              <a:t> vel dolore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coreetuercin</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venibh</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eugait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nonsed</a:t>
            </a:r>
            <a:r>
              <a:rPr lang="en-US" sz="800" dirty="0">
                <a:effectLst/>
                <a:latin typeface="Aptos" panose="020B0004020202020204" pitchFamily="34" charset="0"/>
                <a:ea typeface="Calibri" panose="020F0502020204030204" pitchFamily="34" charset="0"/>
                <a:cs typeface="Times New Roman" panose="02020603050405020304" pitchFamily="18" charset="0"/>
              </a:rPr>
              <a:t> magna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conum</a:t>
            </a:r>
            <a:r>
              <a:rPr lang="en-US" sz="800" dirty="0">
                <a:effectLst/>
                <a:latin typeface="Aptos" panose="020B0004020202020204" pitchFamily="34" charset="0"/>
                <a:ea typeface="Calibri" panose="020F0502020204030204" pitchFamily="34" charset="0"/>
                <a:cs typeface="Times New Roman" panose="02020603050405020304" pitchFamily="18" charset="0"/>
              </a:rPr>
              <a:t> ad </a:t>
            </a:r>
            <a:r>
              <a:rPr lang="en-US" sz="800" dirty="0" err="1">
                <a:effectLst/>
                <a:latin typeface="Aptos" panose="020B0004020202020204" pitchFamily="34" charset="0"/>
                <a:ea typeface="Calibri" panose="020F0502020204030204" pitchFamily="34" charset="0"/>
                <a:cs typeface="Times New Roman" panose="02020603050405020304" pitchFamily="18" charset="0"/>
              </a:rPr>
              <a:t>tio</a:t>
            </a:r>
            <a:r>
              <a:rPr lang="en-US" sz="800" dirty="0">
                <a:effectLst/>
                <a:latin typeface="Aptos" panose="020B0004020202020204" pitchFamily="34" charset="0"/>
                <a:ea typeface="Calibri" panose="020F0502020204030204" pitchFamily="34" charset="0"/>
                <a:cs typeface="Times New Roman" panose="02020603050405020304" pitchFamily="18" charset="0"/>
              </a:rPr>
              <a:t> od et,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consequis</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amconsequat</a:t>
            </a:r>
            <a:br>
              <a:rPr lang="en-US" sz="800" dirty="0">
                <a:effectLst/>
                <a:latin typeface="Aptos" panose="020B0004020202020204" pitchFamily="34" charset="0"/>
                <a:ea typeface="Calibri" panose="020F0502020204030204" pitchFamily="34" charset="0"/>
                <a:cs typeface="Times New Roman" panose="02020603050405020304" pitchFamily="18" charset="0"/>
              </a:rPr>
            </a:br>
            <a:endParaRPr lang="en-US" sz="800" dirty="0">
              <a:effectLst/>
              <a:latin typeface="Aptos" panose="020B000402020202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[Insert the appropriate internal / external disclaimer]</a:t>
            </a: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Ut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iustionulput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endre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cor</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ilis</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ent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accum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vullan</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voluptate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feui</a:t>
            </a:r>
            <a:r>
              <a:rPr lang="en-US" sz="800" dirty="0">
                <a:effectLst/>
                <a:latin typeface="Aptos" panose="020B0004020202020204" pitchFamily="34" charset="0"/>
                <a:ea typeface="Calibri" panose="020F0502020204030204" pitchFamily="34" charset="0"/>
                <a:cs typeface="Times New Roman" panose="02020603050405020304" pitchFamily="18" charset="0"/>
              </a:rPr>
              <a:t> tat.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Tionsed</a:t>
            </a:r>
            <a:r>
              <a:rPr lang="en-US" sz="800" dirty="0">
                <a:effectLst/>
                <a:latin typeface="Aptos" panose="020B0004020202020204" pitchFamily="34" charset="0"/>
                <a:ea typeface="Calibri" panose="020F0502020204030204" pitchFamily="34" charset="0"/>
                <a:cs typeface="Times New Roman" panose="02020603050405020304" pitchFamily="18" charset="0"/>
              </a:rPr>
              <a:t> dolor </a:t>
            </a:r>
            <a:r>
              <a:rPr lang="en-US" sz="800" dirty="0" err="1">
                <a:effectLst/>
                <a:latin typeface="Aptos" panose="020B0004020202020204" pitchFamily="34" charset="0"/>
                <a:ea typeface="Calibri" panose="020F0502020204030204" pitchFamily="34" charset="0"/>
                <a:cs typeface="Times New Roman" panose="02020603050405020304" pitchFamily="18" charset="0"/>
              </a:rPr>
              <a:t>irilis</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elit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dolumsan</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velent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praesse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quisci</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tatet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volessi</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blan</a:t>
            </a:r>
            <a:r>
              <a:rPr lang="en-US" sz="800" dirty="0">
                <a:effectLst/>
                <a:latin typeface="Aptos" panose="020B0004020202020204" pitchFamily="34" charset="0"/>
                <a:ea typeface="Calibri" panose="020F0502020204030204" pitchFamily="34" charset="0"/>
                <a:cs typeface="Times New Roman" panose="02020603050405020304" pitchFamily="18" charset="0"/>
              </a:rPr>
              <a:t> vel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eui</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eniam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vullaortisi</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bla</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faccum</a:t>
            </a:r>
            <a:r>
              <a:rPr lang="en-US" sz="800" dirty="0">
                <a:effectLst/>
                <a:latin typeface="Aptos" panose="020B0004020202020204" pitchFamily="34" charset="0"/>
                <a:ea typeface="Calibri" panose="020F0502020204030204" pitchFamily="34" charset="0"/>
                <a:cs typeface="Times New Roman" panose="02020603050405020304" pitchFamily="18" charset="0"/>
              </a:rPr>
              <a:t> vel </a:t>
            </a:r>
            <a:r>
              <a:rPr lang="en-US" sz="800" dirty="0" err="1">
                <a:effectLst/>
                <a:latin typeface="Aptos" panose="020B0004020202020204" pitchFamily="34" charset="0"/>
                <a:ea typeface="Calibri" panose="020F0502020204030204" pitchFamily="34" charset="0"/>
                <a:cs typeface="Times New Roman" panose="02020603050405020304" pitchFamily="18" charset="0"/>
              </a:rPr>
              <a:t>utet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aut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iriure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eu</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faccum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adigniat</a:t>
            </a:r>
            <a:r>
              <a:rPr lang="en-US" sz="800" dirty="0">
                <a:effectLst/>
                <a:latin typeface="Aptos" panose="020B0004020202020204" pitchFamily="34" charset="0"/>
                <a:ea typeface="Calibri" panose="020F0502020204030204" pitchFamily="34" charset="0"/>
                <a:cs typeface="Times New Roman" panose="02020603050405020304" pitchFamily="18" charset="0"/>
              </a:rPr>
              <a:t>, core </a:t>
            </a:r>
            <a:r>
              <a:rPr lang="en-US" sz="800" dirty="0" err="1">
                <a:effectLst/>
                <a:latin typeface="Aptos" panose="020B0004020202020204" pitchFamily="34" charset="0"/>
                <a:ea typeface="Calibri" panose="020F0502020204030204" pitchFamily="34" charset="0"/>
                <a:cs typeface="Times New Roman" panose="02020603050405020304" pitchFamily="18" charset="0"/>
              </a:rPr>
              <a:t>te</a:t>
            </a:r>
            <a:r>
              <a:rPr lang="en-US" sz="800" dirty="0">
                <a:effectLst/>
                <a:latin typeface="Aptos" panose="020B0004020202020204" pitchFamily="34" charset="0"/>
                <a:ea typeface="Calibri" panose="020F0502020204030204" pitchFamily="34" charset="0"/>
                <a:cs typeface="Times New Roman" panose="02020603050405020304" pitchFamily="18" charset="0"/>
              </a:rPr>
              <a:t> do </a:t>
            </a:r>
            <a:r>
              <a:rPr lang="en-US" sz="800" dirty="0" err="1">
                <a:effectLst/>
                <a:latin typeface="Aptos" panose="020B0004020202020204" pitchFamily="34" charset="0"/>
                <a:ea typeface="Calibri" panose="020F0502020204030204" pitchFamily="34" charset="0"/>
                <a:cs typeface="Times New Roman" panose="02020603050405020304" pitchFamily="18" charset="0"/>
              </a:rPr>
              <a:t>dionsenisim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erciliquatue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te</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ming</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ea</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facincillut</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lan</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r>
              <a:rPr lang="en-US" sz="800" dirty="0" err="1">
                <a:effectLst/>
                <a:latin typeface="Aptos" panose="020B0004020202020204" pitchFamily="34" charset="0"/>
                <a:ea typeface="Calibri" panose="020F0502020204030204" pitchFamily="34" charset="0"/>
                <a:cs typeface="Times New Roman" panose="02020603050405020304" pitchFamily="18" charset="0"/>
              </a:rPr>
              <a:t>henim</a:t>
            </a:r>
            <a:r>
              <a:rPr lang="en-US" sz="800" dirty="0">
                <a:effectLst/>
                <a:latin typeface="Aptos" panose="020B0004020202020204" pitchFamily="34" charset="0"/>
                <a:ea typeface="Calibri" panose="020F0502020204030204" pitchFamily="34" charset="0"/>
                <a:cs typeface="Times New Roman" panose="02020603050405020304" pitchFamily="18" charset="0"/>
              </a:rPr>
              <a:t> </a:t>
            </a: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[For MF communications, please consult with your internal risk or legal teams as to what additional language is appropriate.]</a:t>
            </a:r>
            <a:br>
              <a:rPr lang="en-US" sz="800" dirty="0">
                <a:effectLst/>
                <a:latin typeface="Aptos" panose="020B0004020202020204" pitchFamily="34" charset="0"/>
                <a:ea typeface="Calibri" panose="020F0502020204030204" pitchFamily="34" charset="0"/>
                <a:cs typeface="Times New Roman" panose="02020603050405020304" pitchFamily="18" charset="0"/>
              </a:rPr>
            </a:br>
            <a:endParaRPr lang="en-US" sz="800" dirty="0">
              <a:effectLst/>
              <a:latin typeface="Aptos" panose="020B000402020202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800" dirty="0">
                <a:effectLst/>
                <a:latin typeface="Aptos" panose="020B0004020202020204" pitchFamily="34" charset="0"/>
                <a:ea typeface="Calibri" panose="020F0502020204030204" pitchFamily="34" charset="0"/>
                <a:cs typeface="Times New Roman" panose="02020603050405020304" pitchFamily="18" charset="0"/>
              </a:rPr>
              <a:t>© [Year] [Legal entity name].</a:t>
            </a:r>
          </a:p>
        </p:txBody>
      </p:sp>
    </p:spTree>
    <p:extLst>
      <p:ext uri="{BB962C8B-B14F-4D97-AF65-F5344CB8AC3E}">
        <p14:creationId xmlns:p14="http://schemas.microsoft.com/office/powerpoint/2010/main" val="4188912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28108E06-533F-415D-8B16-1D137DCDD4DE}" vid="{0E244294-F3D7-4586-BDBA-5ABBE6DAE5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E3BD66CC-386F-491E-90BA-F6D371D09F98}"/>
</file>

<file path=customXml/itemProps2.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3.xml><?xml version="1.0" encoding="utf-8"?>
<ds:datastoreItem xmlns:ds="http://schemas.openxmlformats.org/officeDocument/2006/customXml" ds:itemID="{9BBF235D-5BAD-4A08-AEE0-5E29BE15689F}">
  <ds:schemaRefs>
    <ds:schemaRef ds:uri="http://schemas.microsoft.com/office/2006/documentManagement/types"/>
    <ds:schemaRef ds:uri="http://purl.org/dc/terms/"/>
    <ds:schemaRef ds:uri="http://schemas.microsoft.com/office/infopath/2007/PartnerControls"/>
    <ds:schemaRef ds:uri="http://www.w3.org/XML/1998/namespace"/>
    <ds:schemaRef ds:uri="http://purl.org/dc/dcmitype/"/>
    <ds:schemaRef ds:uri="http://schemas.microsoft.com/office/2006/metadata/properties"/>
    <ds:schemaRef ds:uri="http://schemas.openxmlformats.org/package/2006/metadata/core-properties"/>
    <ds:schemaRef ds:uri="8ee28f6f-733e-446a-845c-015b8614e1f7"/>
    <ds:schemaRef ds:uri="8f1e2369-70da-40d7-b978-99d0855b91b8"/>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Deloitte_Brand_Theme_102224</Template>
  <TotalTime>0</TotalTime>
  <Words>4675</Words>
  <Application>Microsoft Office PowerPoint</Application>
  <PresentationFormat>Widescreen</PresentationFormat>
  <Paragraphs>859</Paragraphs>
  <Slides>49</Slides>
  <Notes>27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7" baseType="lpstr">
      <vt:lpstr>Aptos</vt:lpstr>
      <vt:lpstr>Arial</vt:lpstr>
      <vt:lpstr>Calibri</vt:lpstr>
      <vt:lpstr>Verdana</vt:lpstr>
      <vt:lpstr>Wingdings</vt:lpstr>
      <vt:lpstr>Wingdings 2</vt:lpstr>
      <vt:lpstr>Deloitte_Brand_Theme</vt:lpstr>
      <vt:lpstr>think-cell Slide</vt:lpstr>
      <vt:lpstr>Document  heading  three lines</vt:lpstr>
      <vt:lpstr>Document  heading  three lines</vt:lpstr>
      <vt:lpstr>Document  heading two lines</vt:lpstr>
      <vt:lpstr>Brand basics</vt:lpstr>
      <vt:lpstr>Brand basics</vt:lpstr>
      <vt:lpstr>Brand basics</vt:lpstr>
      <vt:lpstr>Brand basics</vt:lpstr>
      <vt:lpstr>Brand basics</vt:lpstr>
      <vt:lpstr>Brand basics</vt:lpstr>
      <vt:lpstr>Page title</vt:lpstr>
      <vt:lpstr>Contents</vt:lpstr>
      <vt:lpstr>Agenda</vt:lpstr>
      <vt:lpstr>Page title</vt:lpstr>
      <vt:lpstr>Page title</vt:lpstr>
      <vt:lpstr>Page title</vt:lpstr>
      <vt:lpstr>Section heading</vt:lpstr>
      <vt:lpstr>Section heading</vt:lpstr>
      <vt:lpstr>Section heading</vt:lpstr>
      <vt:lpstr>Section heading</vt:lpstr>
      <vt:lpstr>Section heading</vt:lpstr>
      <vt:lpstr>PowerPoint Presentation</vt:lpstr>
      <vt:lpstr>PowerPoint Presentation</vt:lpstr>
      <vt:lpstr>Text and chart slide</vt:lpstr>
      <vt:lpstr>Text and chart slide</vt:lpstr>
      <vt:lpstr>Text and stacked bar chart </vt:lpstr>
      <vt:lpstr>Text and stacked bar chart </vt:lpstr>
      <vt:lpstr>Bar chart with infographics</vt:lpstr>
      <vt:lpstr>Horizontal stacked bar chart</vt:lpstr>
      <vt:lpstr>Tornado chart</vt:lpstr>
      <vt:lpstr>Line title</vt:lpstr>
      <vt:lpstr>Line title</vt:lpstr>
      <vt:lpstr>Scatter chart</vt:lpstr>
      <vt:lpstr>Page title</vt:lpstr>
      <vt:lpstr>Text boxes with arrows</vt:lpstr>
      <vt:lpstr>Three text boxes</vt:lpstr>
      <vt:lpstr>Icon use</vt:lpstr>
      <vt:lpstr>Slide with table</vt:lpstr>
      <vt:lpstr>Data table</vt:lpstr>
      <vt:lpstr>Flow table</vt:lpstr>
      <vt:lpstr>Project timeline</vt:lpstr>
      <vt:lpstr>Page title</vt:lpstr>
      <vt:lpstr>Team</vt:lpstr>
      <vt:lpstr>Curriculum vitae</vt:lpstr>
      <vt:lpstr>Organizational chart</vt:lpstr>
      <vt:lpstr>Proposed team structure and responsibilities</vt:lpstr>
      <vt:lpstr>Team structure chart</vt:lpstr>
      <vt:lpstr>Pyramid diagrams</vt:lpstr>
      <vt:lpstr>Quotation boxes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
  <cp:revision>2</cp:revision>
  <dcterms:created xsi:type="dcterms:W3CDTF">2020-04-09T19:50:51Z</dcterms:created>
  <dcterms:modified xsi:type="dcterms:W3CDTF">2025-02-11T20:45:46Z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